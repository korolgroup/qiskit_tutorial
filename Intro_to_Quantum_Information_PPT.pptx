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Verdana"/>
          <a:ea typeface="Verdana"/>
          <a:cs typeface="Verdan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E0D0"/>
          </a:solidFill>
        </a:fill>
      </a:tcStyle>
    </a:wholeTbl>
    <a:band2H>
      <a:tcTxStyle b="def" i="def"/>
      <a:tcStyle>
        <a:tcBdr/>
        <a:fill>
          <a:solidFill>
            <a:srgbClr val="E7F0E9"/>
          </a:solidFill>
        </a:fill>
      </a:tcStyle>
    </a:band2H>
    <a:firstCol>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Verdana"/>
          <a:ea typeface="Verdana"/>
          <a:cs typeface="Verdan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CFCF"/>
          </a:solidFill>
        </a:fill>
      </a:tcStyle>
    </a:wholeTbl>
    <a:band2H>
      <a:tcTxStyle b="def" i="def"/>
      <a:tcStyle>
        <a:tcBdr/>
        <a:fill>
          <a:solidFill>
            <a:srgbClr val="E8E8E8"/>
          </a:solidFill>
        </a:fill>
      </a:tcStyle>
    </a:band2H>
    <a:firstCol>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Verdana"/>
          <a:ea typeface="Verdana"/>
          <a:cs typeface="Verdan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CFCF"/>
          </a:solidFill>
        </a:fill>
      </a:tcStyle>
    </a:wholeTbl>
    <a:band2H>
      <a:tcTxStyle b="def" i="def"/>
      <a:tcStyle>
        <a:tcBdr/>
        <a:fill>
          <a:solidFill>
            <a:srgbClr val="E8E8E8"/>
          </a:solidFill>
        </a:fill>
      </a:tcStyle>
    </a:band2H>
    <a:firstCol>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Verdana"/>
          <a:ea typeface="Verdana"/>
          <a:cs typeface="Verdana"/>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Verdana"/>
          <a:ea typeface="Verdana"/>
          <a:cs typeface="Verdan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Verdana"/>
          <a:ea typeface="Verdana"/>
          <a:cs typeface="Verdana"/>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Verdana"/>
          <a:ea typeface="Verdana"/>
          <a:cs typeface="Verdana"/>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Verdana"/>
          <a:ea typeface="Verdana"/>
          <a:cs typeface="Verdan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Verdana"/>
          <a:ea typeface="Verdana"/>
          <a:cs typeface="Verdan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Verdana"/>
          <a:ea typeface="Verdana"/>
          <a:cs typeface="Verdan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Verdana"/>
          <a:ea typeface="Verdana"/>
          <a:cs typeface="Verdana"/>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Verdana"/>
          <a:ea typeface="Verdana"/>
          <a:cs typeface="Verdan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29" name="Shape 129"/>
          <p:cNvSpPr/>
          <p:nvPr>
            <p:ph type="sldImg"/>
          </p:nvPr>
        </p:nvSpPr>
        <p:spPr>
          <a:xfrm>
            <a:off x="1143000" y="685800"/>
            <a:ext cx="4572000" cy="3429000"/>
          </a:xfrm>
          <a:prstGeom prst="rect">
            <a:avLst/>
          </a:prstGeom>
        </p:spPr>
        <p:txBody>
          <a:bodyPr/>
          <a:lstStyle/>
          <a:p>
            <a:pPr/>
          </a:p>
        </p:txBody>
      </p:sp>
      <p:sp>
        <p:nvSpPr>
          <p:cNvPr id="130" name="Shape 13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Shape 149"/>
          <p:cNvSpPr/>
          <p:nvPr>
            <p:ph type="sldImg"/>
          </p:nvPr>
        </p:nvSpPr>
        <p:spPr>
          <a:prstGeom prst="rect">
            <a:avLst/>
          </a:prstGeom>
        </p:spPr>
        <p:txBody>
          <a:bodyPr/>
          <a:lstStyle/>
          <a:p>
            <a:pPr/>
          </a:p>
        </p:txBody>
      </p:sp>
      <p:sp>
        <p:nvSpPr>
          <p:cNvPr id="150" name="Shape 150"/>
          <p:cNvSpPr/>
          <p:nvPr>
            <p:ph type="body" sz="quarter" idx="1"/>
          </p:nvPr>
        </p:nvSpPr>
        <p:spPr>
          <a:prstGeom prst="rect">
            <a:avLst/>
          </a:prstGeom>
        </p:spPr>
        <p:txBody>
          <a:bodyPr/>
          <a:lstStyle/>
          <a:p>
            <a:pPr/>
            <a:r>
              <a:t>That probability/uncertainty is what gives the power to quantum computing. Before measurement, you have a quantum state on which you can apply operations to guide those statistics and explore de quantum space. At the moment you measure your qubit, your quantum state collapse and your state become classical -&gt; either 0 or 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Shape 221"/>
          <p:cNvSpPr/>
          <p:nvPr>
            <p:ph type="sldImg"/>
          </p:nvPr>
        </p:nvSpPr>
        <p:spPr>
          <a:prstGeom prst="rect">
            <a:avLst/>
          </a:prstGeom>
        </p:spPr>
        <p:txBody>
          <a:bodyPr/>
          <a:lstStyle/>
          <a:p>
            <a:pPr/>
          </a:p>
        </p:txBody>
      </p:sp>
      <p:sp>
        <p:nvSpPr>
          <p:cNvPr id="222" name="Shape 222"/>
          <p:cNvSpPr/>
          <p:nvPr>
            <p:ph type="body" sz="quarter" idx="1"/>
          </p:nvPr>
        </p:nvSpPr>
        <p:spPr>
          <a:prstGeom prst="rect">
            <a:avLst/>
          </a:prstGeom>
        </p:spPr>
        <p:txBody>
          <a:bodyPr/>
          <a:lstStyle/>
          <a:p>
            <a:pPr/>
            <a:r>
              <a:t>Like playing a battleship game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image" Target="../media/image1.png"/><Relationship Id="rId5" Type="http://schemas.openxmlformats.org/officeDocument/2006/relationships/image" Target="../media/image2.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3.png"/><Relationship Id="rId4" Type="http://schemas.openxmlformats.org/officeDocument/2006/relationships/image" Target="../media/image4.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Page titre Foncé">
    <p:spTree>
      <p:nvGrpSpPr>
        <p:cNvPr id="1" name=""/>
        <p:cNvGrpSpPr/>
        <p:nvPr/>
      </p:nvGrpSpPr>
      <p:grpSpPr>
        <a:xfrm>
          <a:off x="0" y="0"/>
          <a:ext cx="0" cy="0"/>
          <a:chOff x="0" y="0"/>
          <a:chExt cx="0" cy="0"/>
        </a:xfrm>
      </p:grpSpPr>
      <p:pic>
        <p:nvPicPr>
          <p:cNvPr id="13" name="Image 21" descr="Image 21"/>
          <p:cNvPicPr>
            <a:picLocks noChangeAspect="1"/>
          </p:cNvPicPr>
          <p:nvPr/>
        </p:nvPicPr>
        <p:blipFill>
          <a:blip r:embed="rId2">
            <a:extLst/>
          </a:blip>
          <a:stretch>
            <a:fillRect/>
          </a:stretch>
        </p:blipFill>
        <p:spPr>
          <a:xfrm>
            <a:off x="1353" y="0"/>
            <a:ext cx="9141292" cy="5143499"/>
          </a:xfrm>
          <a:prstGeom prst="rect">
            <a:avLst/>
          </a:prstGeom>
          <a:ln w="12700">
            <a:miter lim="400000"/>
          </a:ln>
        </p:spPr>
      </p:pic>
      <p:sp>
        <p:nvSpPr>
          <p:cNvPr id="14" name="Cliquez et modifiez le titre"/>
          <p:cNvSpPr txBox="1"/>
          <p:nvPr>
            <p:ph type="title" hasCustomPrompt="1"/>
          </p:nvPr>
        </p:nvSpPr>
        <p:spPr>
          <a:xfrm>
            <a:off x="533400" y="895350"/>
            <a:ext cx="5029200" cy="3200400"/>
          </a:xfrm>
          <a:prstGeom prst="rect">
            <a:avLst/>
          </a:prstGeom>
        </p:spPr>
        <p:txBody>
          <a:bodyPr>
            <a:normAutofit fontScale="100000" lnSpcReduction="0"/>
          </a:bodyPr>
          <a:lstStyle>
            <a:lvl1pPr>
              <a:defRPr sz="4500"/>
            </a:lvl1pPr>
          </a:lstStyle>
          <a:p>
            <a:pPr/>
            <a:r>
              <a:t>Cliquez et modifiez le titre </a:t>
            </a:r>
          </a:p>
        </p:txBody>
      </p:sp>
      <p:pic>
        <p:nvPicPr>
          <p:cNvPr id="15" name="Image 4" descr="Image 4"/>
          <p:cNvPicPr>
            <a:picLocks noChangeAspect="1"/>
          </p:cNvPicPr>
          <p:nvPr/>
        </p:nvPicPr>
        <p:blipFill>
          <a:blip r:embed="rId3">
            <a:extLst/>
          </a:blip>
          <a:stretch>
            <a:fillRect/>
          </a:stretch>
        </p:blipFill>
        <p:spPr>
          <a:xfrm>
            <a:off x="370168" y="4358244"/>
            <a:ext cx="2480599" cy="785255"/>
          </a:xfrm>
          <a:prstGeom prst="rect">
            <a:avLst/>
          </a:prstGeom>
          <a:ln w="12700">
            <a:miter lim="400000"/>
          </a:ln>
        </p:spPr>
      </p:pic>
      <p:pic>
        <p:nvPicPr>
          <p:cNvPr id="16" name="Image 5" descr="Image 5"/>
          <p:cNvPicPr>
            <a:picLocks noChangeAspect="1"/>
          </p:cNvPicPr>
          <p:nvPr/>
        </p:nvPicPr>
        <p:blipFill>
          <a:blip r:embed="rId4">
            <a:extLst/>
          </a:blip>
          <a:stretch>
            <a:fillRect/>
          </a:stretch>
        </p:blipFill>
        <p:spPr>
          <a:xfrm>
            <a:off x="5940152" y="4725480"/>
            <a:ext cx="2232249" cy="257133"/>
          </a:xfrm>
          <a:prstGeom prst="rect">
            <a:avLst/>
          </a:prstGeom>
          <a:ln w="12700">
            <a:miter lim="400000"/>
          </a:ln>
        </p:spPr>
      </p:pic>
      <p:sp>
        <p:nvSpPr>
          <p:cNvPr id="17"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Page titre Pâle">
    <p:spTree>
      <p:nvGrpSpPr>
        <p:cNvPr id="1" name=""/>
        <p:cNvGrpSpPr/>
        <p:nvPr/>
      </p:nvGrpSpPr>
      <p:grpSpPr>
        <a:xfrm>
          <a:off x="0" y="0"/>
          <a:ext cx="0" cy="0"/>
          <a:chOff x="0" y="0"/>
          <a:chExt cx="0" cy="0"/>
        </a:xfrm>
      </p:grpSpPr>
      <p:pic>
        <p:nvPicPr>
          <p:cNvPr id="24" name="Image 21" descr="Image 21"/>
          <p:cNvPicPr>
            <a:picLocks noChangeAspect="1"/>
          </p:cNvPicPr>
          <p:nvPr/>
        </p:nvPicPr>
        <p:blipFill>
          <a:blip r:embed="rId2">
            <a:extLst/>
          </a:blip>
          <a:stretch>
            <a:fillRect/>
          </a:stretch>
        </p:blipFill>
        <p:spPr>
          <a:xfrm>
            <a:off x="1353" y="0"/>
            <a:ext cx="9141292" cy="5143499"/>
          </a:xfrm>
          <a:prstGeom prst="rect">
            <a:avLst/>
          </a:prstGeom>
          <a:ln w="12700">
            <a:miter lim="400000"/>
          </a:ln>
        </p:spPr>
      </p:pic>
      <p:sp>
        <p:nvSpPr>
          <p:cNvPr id="25" name="Cliquez et modifiez le titre"/>
          <p:cNvSpPr txBox="1"/>
          <p:nvPr>
            <p:ph type="title" hasCustomPrompt="1"/>
          </p:nvPr>
        </p:nvSpPr>
        <p:spPr>
          <a:xfrm>
            <a:off x="533400" y="895350"/>
            <a:ext cx="5029200" cy="3200400"/>
          </a:xfrm>
          <a:prstGeom prst="rect">
            <a:avLst/>
          </a:prstGeom>
        </p:spPr>
        <p:txBody>
          <a:bodyPr>
            <a:normAutofit fontScale="100000" lnSpcReduction="0"/>
          </a:bodyPr>
          <a:lstStyle>
            <a:lvl1pPr>
              <a:defRPr sz="4500"/>
            </a:lvl1pPr>
          </a:lstStyle>
          <a:p>
            <a:pPr/>
            <a:r>
              <a:t>Cliquez et modifiez le titre </a:t>
            </a:r>
          </a:p>
        </p:txBody>
      </p:sp>
      <p:pic>
        <p:nvPicPr>
          <p:cNvPr id="26" name="Image 7" descr="Image 7"/>
          <p:cNvPicPr>
            <a:picLocks noChangeAspect="1"/>
          </p:cNvPicPr>
          <p:nvPr/>
        </p:nvPicPr>
        <p:blipFill>
          <a:blip r:embed="rId3">
            <a:extLst/>
          </a:blip>
          <a:stretch>
            <a:fillRect/>
          </a:stretch>
        </p:blipFill>
        <p:spPr>
          <a:xfrm>
            <a:off x="370168" y="4358244"/>
            <a:ext cx="2480599" cy="785255"/>
          </a:xfrm>
          <a:prstGeom prst="rect">
            <a:avLst/>
          </a:prstGeom>
          <a:ln w="12700">
            <a:miter lim="400000"/>
          </a:ln>
        </p:spPr>
      </p:pic>
      <p:pic>
        <p:nvPicPr>
          <p:cNvPr id="27" name="Image 8" descr="Image 8"/>
          <p:cNvPicPr>
            <a:picLocks noChangeAspect="1"/>
          </p:cNvPicPr>
          <p:nvPr/>
        </p:nvPicPr>
        <p:blipFill>
          <a:blip r:embed="rId4">
            <a:extLst/>
          </a:blip>
          <a:stretch>
            <a:fillRect/>
          </a:stretch>
        </p:blipFill>
        <p:spPr>
          <a:xfrm>
            <a:off x="5940152" y="4725480"/>
            <a:ext cx="2232249" cy="257133"/>
          </a:xfrm>
          <a:prstGeom prst="rect">
            <a:avLst/>
          </a:prstGeom>
          <a:ln w="12700">
            <a:miter lim="400000"/>
          </a:ln>
        </p:spPr>
      </p:pic>
      <p:sp>
        <p:nvSpPr>
          <p:cNvPr id="28"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2_Vide">
    <p:spTree>
      <p:nvGrpSpPr>
        <p:cNvPr id="1" name=""/>
        <p:cNvGrpSpPr/>
        <p:nvPr/>
      </p:nvGrpSpPr>
      <p:grpSpPr>
        <a:xfrm>
          <a:off x="0" y="0"/>
          <a:ext cx="0" cy="0"/>
          <a:chOff x="0" y="0"/>
          <a:chExt cx="0" cy="0"/>
        </a:xfrm>
      </p:grpSpPr>
      <p:sp>
        <p:nvSpPr>
          <p:cNvPr id="3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_Gris">
    <p:spTree>
      <p:nvGrpSpPr>
        <p:cNvPr id="1" name=""/>
        <p:cNvGrpSpPr/>
        <p:nvPr/>
      </p:nvGrpSpPr>
      <p:grpSpPr>
        <a:xfrm>
          <a:off x="0" y="0"/>
          <a:ext cx="0" cy="0"/>
          <a:chOff x="0" y="0"/>
          <a:chExt cx="0" cy="0"/>
        </a:xfrm>
      </p:grpSpPr>
      <p:sp>
        <p:nvSpPr>
          <p:cNvPr id="42" name="Texte du titre"/>
          <p:cNvSpPr txBox="1"/>
          <p:nvPr>
            <p:ph type="title"/>
          </p:nvPr>
        </p:nvSpPr>
        <p:spPr>
          <a:xfrm>
            <a:off x="533400" y="316632"/>
            <a:ext cx="8305800" cy="742951"/>
          </a:xfrm>
          <a:prstGeom prst="rect">
            <a:avLst/>
          </a:prstGeom>
        </p:spPr>
        <p:txBody>
          <a:bodyPr>
            <a:normAutofit fontScale="100000" lnSpcReduction="0"/>
          </a:bodyPr>
          <a:lstStyle/>
          <a:p>
            <a:pPr/>
            <a:r>
              <a:t>Texte du titre</a:t>
            </a:r>
          </a:p>
        </p:txBody>
      </p:sp>
      <p:sp>
        <p:nvSpPr>
          <p:cNvPr id="43" name="Texte niveau 1…"/>
          <p:cNvSpPr txBox="1"/>
          <p:nvPr>
            <p:ph type="body" idx="1"/>
          </p:nvPr>
        </p:nvSpPr>
        <p:spPr>
          <a:xfrm>
            <a:off x="533400" y="1285875"/>
            <a:ext cx="8305800" cy="3724275"/>
          </a:xfrm>
          <a:prstGeom prst="rect">
            <a:avLst/>
          </a:prstGeom>
        </p:spPr>
        <p:txBody>
          <a:bodyPr>
            <a:normAutofit fontScale="100000" lnSpcReduction="0"/>
          </a:bodyPr>
          <a:lstStyle>
            <a:lvl1pPr>
              <a:buClrTx/>
              <a:defRPr>
                <a:solidFill>
                  <a:schemeClr val="accent3"/>
                </a:solidFill>
              </a:defRPr>
            </a:lvl1pPr>
            <a:lvl2pPr>
              <a:buClrTx/>
              <a:defRPr>
                <a:solidFill>
                  <a:schemeClr val="accent3"/>
                </a:solidFill>
              </a:defRPr>
            </a:lvl2pPr>
            <a:lvl3pPr>
              <a:buClrTx/>
              <a:defRPr>
                <a:solidFill>
                  <a:schemeClr val="accent3"/>
                </a:solidFill>
              </a:defRPr>
            </a:lvl3pPr>
            <a:lvl4pPr>
              <a:buClrTx/>
              <a:defRPr>
                <a:solidFill>
                  <a:schemeClr val="accent3"/>
                </a:solidFill>
              </a:defRPr>
            </a:lvl4pPr>
            <a:lvl5pPr>
              <a:buClrTx/>
              <a:defRPr>
                <a:solidFill>
                  <a:schemeClr val="accent3"/>
                </a:solidFill>
              </a:defRPr>
            </a:lvl5pPr>
          </a:lstStyle>
          <a:p>
            <a:pPr/>
            <a:r>
              <a:t>Texte niveau 1</a:t>
            </a:r>
          </a:p>
          <a:p>
            <a:pPr lvl="1"/>
            <a:r>
              <a:t>Texte niveau 2</a:t>
            </a:r>
          </a:p>
          <a:p>
            <a:pPr lvl="2"/>
            <a:r>
              <a:t>Texte niveau 3</a:t>
            </a:r>
          </a:p>
          <a:p>
            <a:pPr lvl="3"/>
            <a:r>
              <a:t>Texte niveau 4</a:t>
            </a:r>
          </a:p>
          <a:p>
            <a:pPr lvl="4"/>
            <a:r>
              <a:t>Texte niveau 5</a:t>
            </a:r>
          </a:p>
        </p:txBody>
      </p:sp>
      <p:sp>
        <p:nvSpPr>
          <p:cNvPr id="44"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4_Bleu">
    <p:spTree>
      <p:nvGrpSpPr>
        <p:cNvPr id="1" name=""/>
        <p:cNvGrpSpPr/>
        <p:nvPr/>
      </p:nvGrpSpPr>
      <p:grpSpPr>
        <a:xfrm>
          <a:off x="0" y="0"/>
          <a:ext cx="0" cy="0"/>
          <a:chOff x="0" y="0"/>
          <a:chExt cx="0" cy="0"/>
        </a:xfrm>
      </p:grpSpPr>
      <p:sp>
        <p:nvSpPr>
          <p:cNvPr id="51" name="Texte du titre"/>
          <p:cNvSpPr txBox="1"/>
          <p:nvPr>
            <p:ph type="title"/>
          </p:nvPr>
        </p:nvSpPr>
        <p:spPr>
          <a:xfrm>
            <a:off x="533400" y="316632"/>
            <a:ext cx="8305800" cy="742951"/>
          </a:xfrm>
          <a:prstGeom prst="rect">
            <a:avLst/>
          </a:prstGeom>
        </p:spPr>
        <p:txBody>
          <a:bodyPr>
            <a:normAutofit fontScale="100000" lnSpcReduction="0"/>
          </a:bodyPr>
          <a:lstStyle/>
          <a:p>
            <a:pPr/>
            <a:r>
              <a:t>Texte du titre</a:t>
            </a:r>
          </a:p>
        </p:txBody>
      </p:sp>
      <p:sp>
        <p:nvSpPr>
          <p:cNvPr id="52" name="Texte niveau 1…"/>
          <p:cNvSpPr txBox="1"/>
          <p:nvPr>
            <p:ph type="body" idx="1"/>
          </p:nvPr>
        </p:nvSpPr>
        <p:spPr>
          <a:xfrm>
            <a:off x="533400" y="1285875"/>
            <a:ext cx="8305800" cy="3724275"/>
          </a:xfrm>
          <a:prstGeom prst="rect">
            <a:avLst/>
          </a:prstGeom>
        </p:spPr>
        <p:txBody>
          <a:bodyPr>
            <a:normAutofit fontScale="100000" lnSpcReduction="0"/>
          </a:bodyPr>
          <a:lstStyle>
            <a:lvl1pPr>
              <a:buClrTx/>
              <a:defRPr>
                <a:solidFill>
                  <a:schemeClr val="accent2"/>
                </a:solidFill>
              </a:defRPr>
            </a:lvl1pPr>
            <a:lvl2pPr>
              <a:buClrTx/>
              <a:defRPr>
                <a:solidFill>
                  <a:schemeClr val="accent2"/>
                </a:solidFill>
              </a:defRPr>
            </a:lvl2pPr>
            <a:lvl3pPr>
              <a:buClrTx/>
              <a:defRPr>
                <a:solidFill>
                  <a:schemeClr val="accent2"/>
                </a:solidFill>
              </a:defRPr>
            </a:lvl3pPr>
            <a:lvl4pPr>
              <a:buClrTx/>
              <a:defRPr>
                <a:solidFill>
                  <a:schemeClr val="accent2"/>
                </a:solidFill>
              </a:defRPr>
            </a:lvl4pPr>
            <a:lvl5pPr>
              <a:buClrTx/>
              <a:defRPr>
                <a:solidFill>
                  <a:schemeClr val="accent2"/>
                </a:solidFill>
              </a:defRPr>
            </a:lvl5pPr>
          </a:lstStyle>
          <a:p>
            <a:pPr/>
            <a:r>
              <a:t>Texte niveau 1</a:t>
            </a:r>
          </a:p>
          <a:p>
            <a:pPr lvl="1"/>
            <a:r>
              <a:t>Texte niveau 2</a:t>
            </a:r>
          </a:p>
          <a:p>
            <a:pPr lvl="2"/>
            <a:r>
              <a:t>Texte niveau 3</a:t>
            </a:r>
          </a:p>
          <a:p>
            <a:pPr lvl="3"/>
            <a:r>
              <a:t>Texte niveau 4</a:t>
            </a:r>
          </a:p>
          <a:p>
            <a:pPr lvl="4"/>
            <a:r>
              <a:t>Texte niveau 5</a:t>
            </a:r>
          </a:p>
        </p:txBody>
      </p:sp>
      <p:sp>
        <p:nvSpPr>
          <p:cNvPr id="53"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5_Vert">
    <p:spTree>
      <p:nvGrpSpPr>
        <p:cNvPr id="1" name=""/>
        <p:cNvGrpSpPr/>
        <p:nvPr/>
      </p:nvGrpSpPr>
      <p:grpSpPr>
        <a:xfrm>
          <a:off x="0" y="0"/>
          <a:ext cx="0" cy="0"/>
          <a:chOff x="0" y="0"/>
          <a:chExt cx="0" cy="0"/>
        </a:xfrm>
      </p:grpSpPr>
      <p:sp>
        <p:nvSpPr>
          <p:cNvPr id="60" name="Texte du titre"/>
          <p:cNvSpPr txBox="1"/>
          <p:nvPr>
            <p:ph type="title"/>
          </p:nvPr>
        </p:nvSpPr>
        <p:spPr>
          <a:xfrm>
            <a:off x="533400" y="316632"/>
            <a:ext cx="8305800" cy="742951"/>
          </a:xfrm>
          <a:prstGeom prst="rect">
            <a:avLst/>
          </a:prstGeom>
        </p:spPr>
        <p:txBody>
          <a:bodyPr>
            <a:normAutofit fontScale="100000" lnSpcReduction="0"/>
          </a:bodyPr>
          <a:lstStyle/>
          <a:p>
            <a:pPr/>
            <a:r>
              <a:t>Texte du titre</a:t>
            </a:r>
          </a:p>
        </p:txBody>
      </p:sp>
      <p:sp>
        <p:nvSpPr>
          <p:cNvPr id="61" name="Texte niveau 1…"/>
          <p:cNvSpPr txBox="1"/>
          <p:nvPr>
            <p:ph type="body" idx="1"/>
          </p:nvPr>
        </p:nvSpPr>
        <p:spPr>
          <a:xfrm>
            <a:off x="533400" y="1285875"/>
            <a:ext cx="8305800" cy="3724275"/>
          </a:xfrm>
          <a:prstGeom prst="rect">
            <a:avLst/>
          </a:prstGeom>
        </p:spPr>
        <p:txBody>
          <a:bodyPr>
            <a:normAutofit fontScale="100000" lnSpcReduction="0"/>
          </a:bodyPr>
          <a:lstStyle>
            <a:lvl1pPr>
              <a:buClrTx/>
              <a:defRPr>
                <a:solidFill>
                  <a:schemeClr val="accent1"/>
                </a:solidFill>
              </a:defRPr>
            </a:lvl1pPr>
            <a:lvl2pPr>
              <a:buClrTx/>
              <a:defRPr>
                <a:solidFill>
                  <a:schemeClr val="accent1"/>
                </a:solidFill>
              </a:defRPr>
            </a:lvl2pPr>
            <a:lvl3pPr>
              <a:buClrTx/>
              <a:defRPr>
                <a:solidFill>
                  <a:schemeClr val="accent1"/>
                </a:solidFill>
              </a:defRPr>
            </a:lvl3pPr>
            <a:lvl4pPr>
              <a:buClrTx/>
              <a:defRPr>
                <a:solidFill>
                  <a:schemeClr val="accent1"/>
                </a:solidFill>
              </a:defRPr>
            </a:lvl4pPr>
            <a:lvl5pPr>
              <a:buClrTx/>
              <a:defRPr>
                <a:solidFill>
                  <a:schemeClr val="accent1"/>
                </a:solidFill>
              </a:defRPr>
            </a:lvl5pPr>
          </a:lstStyle>
          <a:p>
            <a:pPr/>
            <a:r>
              <a:t>Texte niveau 1</a:t>
            </a:r>
          </a:p>
          <a:p>
            <a:pPr lvl="1"/>
            <a:r>
              <a:t>Texte niveau 2</a:t>
            </a:r>
          </a:p>
          <a:p>
            <a:pPr lvl="2"/>
            <a:r>
              <a:t>Texte niveau 3</a:t>
            </a:r>
          </a:p>
          <a:p>
            <a:pPr lvl="3"/>
            <a:r>
              <a:t>Texte niveau 4</a:t>
            </a:r>
          </a:p>
          <a:p>
            <a:pPr lvl="4"/>
            <a:r>
              <a:t>Texte niveau 5</a:t>
            </a:r>
          </a:p>
        </p:txBody>
      </p:sp>
      <p:sp>
        <p:nvSpPr>
          <p:cNvPr id="62"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6_Partenaires">
    <p:spTree>
      <p:nvGrpSpPr>
        <p:cNvPr id="1" name=""/>
        <p:cNvGrpSpPr/>
        <p:nvPr/>
      </p:nvGrpSpPr>
      <p:grpSpPr>
        <a:xfrm>
          <a:off x="0" y="0"/>
          <a:ext cx="0" cy="0"/>
          <a:chOff x="0" y="0"/>
          <a:chExt cx="0" cy="0"/>
        </a:xfrm>
      </p:grpSpPr>
      <p:pic>
        <p:nvPicPr>
          <p:cNvPr id="69" name="Image 21" descr="Image 21"/>
          <p:cNvPicPr>
            <a:picLocks noChangeAspect="1"/>
          </p:cNvPicPr>
          <p:nvPr/>
        </p:nvPicPr>
        <p:blipFill>
          <a:blip r:embed="rId2">
            <a:extLst/>
          </a:blip>
          <a:stretch>
            <a:fillRect/>
          </a:stretch>
        </p:blipFill>
        <p:spPr>
          <a:xfrm>
            <a:off x="1353" y="761"/>
            <a:ext cx="9141292" cy="5141978"/>
          </a:xfrm>
          <a:prstGeom prst="rect">
            <a:avLst/>
          </a:prstGeom>
          <a:ln w="12700">
            <a:miter lim="400000"/>
          </a:ln>
        </p:spPr>
      </p:pic>
      <p:sp>
        <p:nvSpPr>
          <p:cNvPr id="70" name="Cliquez et modifiez le titre"/>
          <p:cNvSpPr txBox="1"/>
          <p:nvPr>
            <p:ph type="title" hasCustomPrompt="1"/>
          </p:nvPr>
        </p:nvSpPr>
        <p:spPr>
          <a:xfrm>
            <a:off x="533400" y="971550"/>
            <a:ext cx="5029200" cy="3200400"/>
          </a:xfrm>
          <a:prstGeom prst="rect">
            <a:avLst/>
          </a:prstGeom>
        </p:spPr>
        <p:txBody>
          <a:bodyPr>
            <a:normAutofit fontScale="100000" lnSpcReduction="0"/>
          </a:bodyPr>
          <a:lstStyle>
            <a:lvl1pPr>
              <a:defRPr sz="3800"/>
            </a:lvl1pPr>
          </a:lstStyle>
          <a:p>
            <a:pPr/>
            <a:r>
              <a:t>Cliquez et modifiez le titre </a:t>
            </a:r>
          </a:p>
        </p:txBody>
      </p:sp>
      <p:pic>
        <p:nvPicPr>
          <p:cNvPr id="71" name="Image 4" descr="Image 4"/>
          <p:cNvPicPr>
            <a:picLocks noChangeAspect="1"/>
          </p:cNvPicPr>
          <p:nvPr/>
        </p:nvPicPr>
        <p:blipFill>
          <a:blip r:embed="rId3">
            <a:extLst/>
          </a:blip>
          <a:stretch>
            <a:fillRect/>
          </a:stretch>
        </p:blipFill>
        <p:spPr>
          <a:xfrm>
            <a:off x="3174875" y="4346921"/>
            <a:ext cx="1181101" cy="673101"/>
          </a:xfrm>
          <a:prstGeom prst="rect">
            <a:avLst/>
          </a:prstGeom>
          <a:ln w="12700">
            <a:miter lim="400000"/>
          </a:ln>
        </p:spPr>
      </p:pic>
      <p:pic>
        <p:nvPicPr>
          <p:cNvPr id="72" name="Image 5" descr="Image 5"/>
          <p:cNvPicPr>
            <a:picLocks noChangeAspect="1"/>
          </p:cNvPicPr>
          <p:nvPr/>
        </p:nvPicPr>
        <p:blipFill>
          <a:blip r:embed="rId4">
            <a:extLst/>
          </a:blip>
          <a:stretch>
            <a:fillRect/>
          </a:stretch>
        </p:blipFill>
        <p:spPr>
          <a:xfrm>
            <a:off x="370168" y="4358244"/>
            <a:ext cx="2480599" cy="785255"/>
          </a:xfrm>
          <a:prstGeom prst="rect">
            <a:avLst/>
          </a:prstGeom>
          <a:ln w="12700">
            <a:miter lim="400000"/>
          </a:ln>
        </p:spPr>
      </p:pic>
      <p:pic>
        <p:nvPicPr>
          <p:cNvPr id="73" name="Image 6" descr="Image 6"/>
          <p:cNvPicPr>
            <a:picLocks noChangeAspect="1"/>
          </p:cNvPicPr>
          <p:nvPr/>
        </p:nvPicPr>
        <p:blipFill>
          <a:blip r:embed="rId5">
            <a:extLst/>
          </a:blip>
          <a:stretch>
            <a:fillRect/>
          </a:stretch>
        </p:blipFill>
        <p:spPr>
          <a:xfrm>
            <a:off x="5940152" y="4725480"/>
            <a:ext cx="2232249" cy="257133"/>
          </a:xfrm>
          <a:prstGeom prst="rect">
            <a:avLst/>
          </a:prstGeom>
          <a:ln w="12700">
            <a:miter lim="400000"/>
          </a:ln>
        </p:spPr>
      </p:pic>
      <p:sp>
        <p:nvSpPr>
          <p:cNvPr id="74"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7_Remerciements">
    <p:spTree>
      <p:nvGrpSpPr>
        <p:cNvPr id="1" name=""/>
        <p:cNvGrpSpPr/>
        <p:nvPr/>
      </p:nvGrpSpPr>
      <p:grpSpPr>
        <a:xfrm>
          <a:off x="0" y="0"/>
          <a:ext cx="0" cy="0"/>
          <a:chOff x="0" y="0"/>
          <a:chExt cx="0" cy="0"/>
        </a:xfrm>
      </p:grpSpPr>
      <p:pic>
        <p:nvPicPr>
          <p:cNvPr id="81" name="Image 21" descr="Image 21"/>
          <p:cNvPicPr>
            <a:picLocks noChangeAspect="1"/>
          </p:cNvPicPr>
          <p:nvPr/>
        </p:nvPicPr>
        <p:blipFill>
          <a:blip r:embed="rId2">
            <a:extLst/>
          </a:blip>
          <a:stretch>
            <a:fillRect/>
          </a:stretch>
        </p:blipFill>
        <p:spPr>
          <a:xfrm>
            <a:off x="1353" y="761"/>
            <a:ext cx="9141292" cy="5141978"/>
          </a:xfrm>
          <a:prstGeom prst="rect">
            <a:avLst/>
          </a:prstGeom>
          <a:ln w="12700">
            <a:miter lim="400000"/>
          </a:ln>
        </p:spPr>
      </p:pic>
      <p:sp>
        <p:nvSpPr>
          <p:cNvPr id="82" name="Cliquez et modifiez le titre"/>
          <p:cNvSpPr txBox="1"/>
          <p:nvPr>
            <p:ph type="title" hasCustomPrompt="1"/>
          </p:nvPr>
        </p:nvSpPr>
        <p:spPr>
          <a:xfrm>
            <a:off x="533400" y="971550"/>
            <a:ext cx="5029200" cy="3200400"/>
          </a:xfrm>
          <a:prstGeom prst="rect">
            <a:avLst/>
          </a:prstGeom>
        </p:spPr>
        <p:txBody>
          <a:bodyPr>
            <a:normAutofit fontScale="100000" lnSpcReduction="0"/>
          </a:bodyPr>
          <a:lstStyle>
            <a:lvl1pPr>
              <a:defRPr sz="3800">
                <a:solidFill>
                  <a:srgbClr val="FFFFFF"/>
                </a:solidFill>
              </a:defRPr>
            </a:lvl1pPr>
          </a:lstStyle>
          <a:p>
            <a:pPr/>
            <a:r>
              <a:t>Cliquez et modifiez le titre </a:t>
            </a:r>
          </a:p>
        </p:txBody>
      </p:sp>
      <p:pic>
        <p:nvPicPr>
          <p:cNvPr id="83" name="Image 4" descr="Image 4"/>
          <p:cNvPicPr>
            <a:picLocks noChangeAspect="1"/>
          </p:cNvPicPr>
          <p:nvPr/>
        </p:nvPicPr>
        <p:blipFill>
          <a:blip r:embed="rId3">
            <a:extLst/>
          </a:blip>
          <a:stretch>
            <a:fillRect/>
          </a:stretch>
        </p:blipFill>
        <p:spPr>
          <a:xfrm>
            <a:off x="365800" y="4358244"/>
            <a:ext cx="2489337" cy="785254"/>
          </a:xfrm>
          <a:prstGeom prst="rect">
            <a:avLst/>
          </a:prstGeom>
          <a:ln w="12700">
            <a:miter lim="400000"/>
          </a:ln>
        </p:spPr>
      </p:pic>
      <p:pic>
        <p:nvPicPr>
          <p:cNvPr id="84" name="Image 5" descr="Image 5"/>
          <p:cNvPicPr>
            <a:picLocks noChangeAspect="1"/>
          </p:cNvPicPr>
          <p:nvPr/>
        </p:nvPicPr>
        <p:blipFill>
          <a:blip r:embed="rId4">
            <a:extLst/>
          </a:blip>
          <a:stretch>
            <a:fillRect/>
          </a:stretch>
        </p:blipFill>
        <p:spPr>
          <a:xfrm>
            <a:off x="5940152" y="4752850"/>
            <a:ext cx="2232249" cy="202391"/>
          </a:xfrm>
          <a:prstGeom prst="rect">
            <a:avLst/>
          </a:prstGeom>
          <a:ln w="12700">
            <a:miter lim="400000"/>
          </a:ln>
        </p:spPr>
      </p:pic>
      <p:sp>
        <p:nvSpPr>
          <p:cNvPr id="8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8_Vide">
    <p:spTree>
      <p:nvGrpSpPr>
        <p:cNvPr id="1" name=""/>
        <p:cNvGrpSpPr/>
        <p:nvPr/>
      </p:nvGrpSpPr>
      <p:grpSpPr>
        <a:xfrm>
          <a:off x="0" y="0"/>
          <a:ext cx="0" cy="0"/>
          <a:chOff x="0" y="0"/>
          <a:chExt cx="0" cy="0"/>
        </a:xfrm>
      </p:grpSpPr>
      <p:pic>
        <p:nvPicPr>
          <p:cNvPr id="92" name="Image 6" descr="Image 6"/>
          <p:cNvPicPr>
            <a:picLocks noChangeAspect="1"/>
          </p:cNvPicPr>
          <p:nvPr/>
        </p:nvPicPr>
        <p:blipFill>
          <a:blip r:embed="rId2">
            <a:extLst/>
          </a:blip>
          <a:stretch>
            <a:fillRect/>
          </a:stretch>
        </p:blipFill>
        <p:spPr>
          <a:xfrm>
            <a:off x="1353" y="0"/>
            <a:ext cx="9141292" cy="5143500"/>
          </a:xfrm>
          <a:prstGeom prst="rect">
            <a:avLst/>
          </a:prstGeom>
          <a:ln w="12700">
            <a:miter lim="400000"/>
          </a:ln>
        </p:spPr>
      </p:pic>
      <p:sp>
        <p:nvSpPr>
          <p:cNvPr id="93"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9_Gris">
    <p:spTree>
      <p:nvGrpSpPr>
        <p:cNvPr id="1" name=""/>
        <p:cNvGrpSpPr/>
        <p:nvPr/>
      </p:nvGrpSpPr>
      <p:grpSpPr>
        <a:xfrm>
          <a:off x="0" y="0"/>
          <a:ext cx="0" cy="0"/>
          <a:chOff x="0" y="0"/>
          <a:chExt cx="0" cy="0"/>
        </a:xfrm>
      </p:grpSpPr>
      <p:pic>
        <p:nvPicPr>
          <p:cNvPr id="100" name="Image 6" descr="Image 6"/>
          <p:cNvPicPr>
            <a:picLocks noChangeAspect="1"/>
          </p:cNvPicPr>
          <p:nvPr/>
        </p:nvPicPr>
        <p:blipFill>
          <a:blip r:embed="rId2">
            <a:extLst/>
          </a:blip>
          <a:stretch>
            <a:fillRect/>
          </a:stretch>
        </p:blipFill>
        <p:spPr>
          <a:xfrm>
            <a:off x="1353" y="0"/>
            <a:ext cx="9141292" cy="5143500"/>
          </a:xfrm>
          <a:prstGeom prst="rect">
            <a:avLst/>
          </a:prstGeom>
          <a:ln w="12700">
            <a:miter lim="400000"/>
          </a:ln>
        </p:spPr>
      </p:pic>
      <p:sp>
        <p:nvSpPr>
          <p:cNvPr id="101" name="Texte du titre"/>
          <p:cNvSpPr txBox="1"/>
          <p:nvPr>
            <p:ph type="title"/>
          </p:nvPr>
        </p:nvSpPr>
        <p:spPr>
          <a:xfrm>
            <a:off x="533400" y="209550"/>
            <a:ext cx="8305800" cy="742950"/>
          </a:xfrm>
          <a:prstGeom prst="rect">
            <a:avLst/>
          </a:prstGeom>
        </p:spPr>
        <p:txBody>
          <a:bodyPr>
            <a:normAutofit fontScale="100000" lnSpcReduction="0"/>
          </a:bodyPr>
          <a:lstStyle>
            <a:lvl1pPr>
              <a:defRPr sz="3200"/>
            </a:lvl1pPr>
          </a:lstStyle>
          <a:p>
            <a:pPr/>
            <a:r>
              <a:t>Texte du titre</a:t>
            </a:r>
          </a:p>
        </p:txBody>
      </p:sp>
      <p:sp>
        <p:nvSpPr>
          <p:cNvPr id="102" name="Texte niveau 1…"/>
          <p:cNvSpPr txBox="1"/>
          <p:nvPr>
            <p:ph type="body" idx="1"/>
          </p:nvPr>
        </p:nvSpPr>
        <p:spPr>
          <a:xfrm>
            <a:off x="533400" y="1285875"/>
            <a:ext cx="8305800" cy="3724275"/>
          </a:xfrm>
          <a:prstGeom prst="rect">
            <a:avLst/>
          </a:prstGeom>
        </p:spPr>
        <p:txBody>
          <a:bodyPr>
            <a:normAutofit fontScale="100000" lnSpcReduction="0"/>
          </a:bodyPr>
          <a:lstStyle>
            <a:lvl1pPr>
              <a:buClrTx/>
              <a:defRPr>
                <a:solidFill>
                  <a:schemeClr val="accent3"/>
                </a:solidFill>
              </a:defRPr>
            </a:lvl1pPr>
            <a:lvl2pPr>
              <a:buClrTx/>
              <a:defRPr>
                <a:solidFill>
                  <a:schemeClr val="accent3"/>
                </a:solidFill>
              </a:defRPr>
            </a:lvl2pPr>
            <a:lvl3pPr>
              <a:buClrTx/>
              <a:defRPr>
                <a:solidFill>
                  <a:schemeClr val="accent3"/>
                </a:solidFill>
              </a:defRPr>
            </a:lvl3pPr>
            <a:lvl4pPr>
              <a:buClrTx/>
              <a:defRPr>
                <a:solidFill>
                  <a:schemeClr val="accent3"/>
                </a:solidFill>
              </a:defRPr>
            </a:lvl4pPr>
            <a:lvl5pPr>
              <a:buClrTx/>
              <a:defRPr>
                <a:solidFill>
                  <a:schemeClr val="accent3"/>
                </a:solidFill>
              </a:defRPr>
            </a:lvl5pPr>
          </a:lstStyle>
          <a:p>
            <a:pPr/>
            <a:r>
              <a:t>Texte niveau 1</a:t>
            </a:r>
          </a:p>
          <a:p>
            <a:pPr lvl="1"/>
            <a:r>
              <a:t>Texte niveau 2</a:t>
            </a:r>
          </a:p>
          <a:p>
            <a:pPr lvl="2"/>
            <a:r>
              <a:t>Texte niveau 3</a:t>
            </a:r>
          </a:p>
          <a:p>
            <a:pPr lvl="3"/>
            <a:r>
              <a:t>Texte niveau 4</a:t>
            </a:r>
          </a:p>
          <a:p>
            <a:pPr lvl="4"/>
            <a:r>
              <a:t>Texte niveau 5</a:t>
            </a:r>
          </a:p>
        </p:txBody>
      </p:sp>
      <p:sp>
        <p:nvSpPr>
          <p:cNvPr id="103"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0_Bleu">
    <p:spTree>
      <p:nvGrpSpPr>
        <p:cNvPr id="1" name=""/>
        <p:cNvGrpSpPr/>
        <p:nvPr/>
      </p:nvGrpSpPr>
      <p:grpSpPr>
        <a:xfrm>
          <a:off x="0" y="0"/>
          <a:ext cx="0" cy="0"/>
          <a:chOff x="0" y="0"/>
          <a:chExt cx="0" cy="0"/>
        </a:xfrm>
      </p:grpSpPr>
      <p:pic>
        <p:nvPicPr>
          <p:cNvPr id="110" name="Image 6" descr="Image 6"/>
          <p:cNvPicPr>
            <a:picLocks noChangeAspect="1"/>
          </p:cNvPicPr>
          <p:nvPr/>
        </p:nvPicPr>
        <p:blipFill>
          <a:blip r:embed="rId2">
            <a:extLst/>
          </a:blip>
          <a:stretch>
            <a:fillRect/>
          </a:stretch>
        </p:blipFill>
        <p:spPr>
          <a:xfrm>
            <a:off x="1353" y="0"/>
            <a:ext cx="9141292" cy="5143500"/>
          </a:xfrm>
          <a:prstGeom prst="rect">
            <a:avLst/>
          </a:prstGeom>
          <a:ln w="12700">
            <a:miter lim="400000"/>
          </a:ln>
        </p:spPr>
      </p:pic>
      <p:sp>
        <p:nvSpPr>
          <p:cNvPr id="111" name="Texte du titre"/>
          <p:cNvSpPr txBox="1"/>
          <p:nvPr>
            <p:ph type="title"/>
          </p:nvPr>
        </p:nvSpPr>
        <p:spPr>
          <a:xfrm>
            <a:off x="533400" y="209550"/>
            <a:ext cx="8305800" cy="742950"/>
          </a:xfrm>
          <a:prstGeom prst="rect">
            <a:avLst/>
          </a:prstGeom>
        </p:spPr>
        <p:txBody>
          <a:bodyPr>
            <a:normAutofit fontScale="100000" lnSpcReduction="0"/>
          </a:bodyPr>
          <a:lstStyle>
            <a:lvl1pPr>
              <a:defRPr sz="3200"/>
            </a:lvl1pPr>
          </a:lstStyle>
          <a:p>
            <a:pPr/>
            <a:r>
              <a:t>Texte du titre</a:t>
            </a:r>
          </a:p>
        </p:txBody>
      </p:sp>
      <p:sp>
        <p:nvSpPr>
          <p:cNvPr id="112" name="Texte niveau 1…"/>
          <p:cNvSpPr txBox="1"/>
          <p:nvPr>
            <p:ph type="body" idx="1"/>
          </p:nvPr>
        </p:nvSpPr>
        <p:spPr>
          <a:xfrm>
            <a:off x="533400" y="1285875"/>
            <a:ext cx="8305800" cy="3724275"/>
          </a:xfrm>
          <a:prstGeom prst="rect">
            <a:avLst/>
          </a:prstGeom>
        </p:spPr>
        <p:txBody>
          <a:bodyPr>
            <a:normAutofit fontScale="100000" lnSpcReduction="0"/>
          </a:bodyPr>
          <a:lstStyle>
            <a:lvl1pPr>
              <a:buClrTx/>
              <a:defRPr>
                <a:solidFill>
                  <a:schemeClr val="accent2"/>
                </a:solidFill>
              </a:defRPr>
            </a:lvl1pPr>
            <a:lvl2pPr>
              <a:buClrTx/>
              <a:defRPr>
                <a:solidFill>
                  <a:schemeClr val="accent2"/>
                </a:solidFill>
              </a:defRPr>
            </a:lvl2pPr>
            <a:lvl3pPr>
              <a:buClrTx/>
              <a:defRPr>
                <a:solidFill>
                  <a:schemeClr val="accent2"/>
                </a:solidFill>
              </a:defRPr>
            </a:lvl3pPr>
            <a:lvl4pPr>
              <a:buClrTx/>
              <a:defRPr>
                <a:solidFill>
                  <a:schemeClr val="accent2"/>
                </a:solidFill>
              </a:defRPr>
            </a:lvl4pPr>
            <a:lvl5pPr>
              <a:buClrTx/>
              <a:defRPr>
                <a:solidFill>
                  <a:schemeClr val="accent2"/>
                </a:solidFill>
              </a:defRPr>
            </a:lvl5pPr>
          </a:lstStyle>
          <a:p>
            <a:pPr/>
            <a:r>
              <a:t>Texte niveau 1</a:t>
            </a:r>
          </a:p>
          <a:p>
            <a:pPr lvl="1"/>
            <a:r>
              <a:t>Texte niveau 2</a:t>
            </a:r>
          </a:p>
          <a:p>
            <a:pPr lvl="2"/>
            <a:r>
              <a:t>Texte niveau 3</a:t>
            </a:r>
          </a:p>
          <a:p>
            <a:pPr lvl="3"/>
            <a:r>
              <a:t>Texte niveau 4</a:t>
            </a:r>
          </a:p>
          <a:p>
            <a:pPr lvl="4"/>
            <a:r>
              <a:t>Texte niveau 5</a:t>
            </a:r>
          </a:p>
        </p:txBody>
      </p:sp>
      <p:sp>
        <p:nvSpPr>
          <p:cNvPr id="113"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1_Vert">
    <p:spTree>
      <p:nvGrpSpPr>
        <p:cNvPr id="1" name=""/>
        <p:cNvGrpSpPr/>
        <p:nvPr/>
      </p:nvGrpSpPr>
      <p:grpSpPr>
        <a:xfrm>
          <a:off x="0" y="0"/>
          <a:ext cx="0" cy="0"/>
          <a:chOff x="0" y="0"/>
          <a:chExt cx="0" cy="0"/>
        </a:xfrm>
      </p:grpSpPr>
      <p:pic>
        <p:nvPicPr>
          <p:cNvPr id="120" name="Image 6" descr="Image 6"/>
          <p:cNvPicPr>
            <a:picLocks noChangeAspect="1"/>
          </p:cNvPicPr>
          <p:nvPr/>
        </p:nvPicPr>
        <p:blipFill>
          <a:blip r:embed="rId2">
            <a:extLst/>
          </a:blip>
          <a:stretch>
            <a:fillRect/>
          </a:stretch>
        </p:blipFill>
        <p:spPr>
          <a:xfrm>
            <a:off x="1353" y="0"/>
            <a:ext cx="9141292" cy="5143500"/>
          </a:xfrm>
          <a:prstGeom prst="rect">
            <a:avLst/>
          </a:prstGeom>
          <a:ln w="12700">
            <a:miter lim="400000"/>
          </a:ln>
        </p:spPr>
      </p:pic>
      <p:sp>
        <p:nvSpPr>
          <p:cNvPr id="121" name="Texte du titre"/>
          <p:cNvSpPr txBox="1"/>
          <p:nvPr>
            <p:ph type="title"/>
          </p:nvPr>
        </p:nvSpPr>
        <p:spPr>
          <a:xfrm>
            <a:off x="533400" y="209550"/>
            <a:ext cx="8305800" cy="742950"/>
          </a:xfrm>
          <a:prstGeom prst="rect">
            <a:avLst/>
          </a:prstGeom>
        </p:spPr>
        <p:txBody>
          <a:bodyPr>
            <a:normAutofit fontScale="100000" lnSpcReduction="0"/>
          </a:bodyPr>
          <a:lstStyle>
            <a:lvl1pPr>
              <a:defRPr sz="3200"/>
            </a:lvl1pPr>
          </a:lstStyle>
          <a:p>
            <a:pPr/>
            <a:r>
              <a:t>Texte du titre</a:t>
            </a:r>
          </a:p>
        </p:txBody>
      </p:sp>
      <p:sp>
        <p:nvSpPr>
          <p:cNvPr id="122" name="Texte niveau 1…"/>
          <p:cNvSpPr txBox="1"/>
          <p:nvPr>
            <p:ph type="body" idx="1"/>
          </p:nvPr>
        </p:nvSpPr>
        <p:spPr>
          <a:xfrm>
            <a:off x="533400" y="1285875"/>
            <a:ext cx="8305800" cy="3724275"/>
          </a:xfrm>
          <a:prstGeom prst="rect">
            <a:avLst/>
          </a:prstGeom>
        </p:spPr>
        <p:txBody>
          <a:bodyPr>
            <a:normAutofit fontScale="100000" lnSpcReduction="0"/>
          </a:bodyPr>
          <a:lstStyle>
            <a:lvl1pPr>
              <a:buClrTx/>
              <a:defRPr>
                <a:solidFill>
                  <a:schemeClr val="accent1"/>
                </a:solidFill>
              </a:defRPr>
            </a:lvl1pPr>
            <a:lvl2pPr>
              <a:buClrTx/>
              <a:defRPr>
                <a:solidFill>
                  <a:schemeClr val="accent1"/>
                </a:solidFill>
              </a:defRPr>
            </a:lvl2pPr>
            <a:lvl3pPr>
              <a:buClrTx/>
              <a:defRPr>
                <a:solidFill>
                  <a:schemeClr val="accent1"/>
                </a:solidFill>
              </a:defRPr>
            </a:lvl3pPr>
            <a:lvl4pPr>
              <a:buClrTx/>
              <a:defRPr>
                <a:solidFill>
                  <a:schemeClr val="accent1"/>
                </a:solidFill>
              </a:defRPr>
            </a:lvl4pPr>
            <a:lvl5pPr>
              <a:buClrTx/>
              <a:defRPr>
                <a:solidFill>
                  <a:schemeClr val="accent1"/>
                </a:solidFill>
              </a:defRPr>
            </a:lvl5pPr>
          </a:lstStyle>
          <a:p>
            <a:pPr/>
            <a:r>
              <a:t>Texte niveau 1</a:t>
            </a:r>
          </a:p>
          <a:p>
            <a:pPr lvl="1"/>
            <a:r>
              <a:t>Texte niveau 2</a:t>
            </a:r>
          </a:p>
          <a:p>
            <a:pPr lvl="2"/>
            <a:r>
              <a:t>Texte niveau 3</a:t>
            </a:r>
          </a:p>
          <a:p>
            <a:pPr lvl="3"/>
            <a:r>
              <a:t>Texte niveau 4</a:t>
            </a:r>
          </a:p>
          <a:p>
            <a:pPr lvl="4"/>
            <a:r>
              <a:t>Texte niveau 5</a:t>
            </a:r>
          </a:p>
        </p:txBody>
      </p:sp>
      <p:sp>
        <p:nvSpPr>
          <p:cNvPr id="123"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Image 6" descr="Image 6"/>
          <p:cNvPicPr>
            <a:picLocks noChangeAspect="1"/>
          </p:cNvPicPr>
          <p:nvPr/>
        </p:nvPicPr>
        <p:blipFill>
          <a:blip r:embed="rId2">
            <a:extLst/>
          </a:blip>
          <a:stretch>
            <a:fillRect/>
          </a:stretch>
        </p:blipFill>
        <p:spPr>
          <a:xfrm>
            <a:off x="1353" y="0"/>
            <a:ext cx="9141292" cy="5143500"/>
          </a:xfrm>
          <a:prstGeom prst="rect">
            <a:avLst/>
          </a:prstGeom>
          <a:ln w="12700">
            <a:miter lim="400000"/>
          </a:ln>
        </p:spPr>
      </p:pic>
      <p:pic>
        <p:nvPicPr>
          <p:cNvPr id="3" name="Image 4" descr="Image 4"/>
          <p:cNvPicPr>
            <a:picLocks noChangeAspect="1"/>
          </p:cNvPicPr>
          <p:nvPr/>
        </p:nvPicPr>
        <p:blipFill>
          <a:blip r:embed="rId3">
            <a:extLst/>
          </a:blip>
          <a:stretch>
            <a:fillRect/>
          </a:stretch>
        </p:blipFill>
        <p:spPr>
          <a:xfrm>
            <a:off x="7155306" y="4525905"/>
            <a:ext cx="1982361" cy="627534"/>
          </a:xfrm>
          <a:prstGeom prst="rect">
            <a:avLst/>
          </a:prstGeom>
          <a:ln w="12700">
            <a:miter lim="400000"/>
          </a:ln>
        </p:spPr>
      </p:pic>
      <p:sp>
        <p:nvSpPr>
          <p:cNvPr id="4" name="Texte du titre"/>
          <p:cNvSpPr txBox="1"/>
          <p:nvPr>
            <p:ph type="title"/>
          </p:nvPr>
        </p:nvSpPr>
        <p:spPr>
          <a:xfrm>
            <a:off x="457200" y="205978"/>
            <a:ext cx="8229600" cy="994172"/>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Texte du titre</a:t>
            </a:r>
          </a:p>
        </p:txBody>
      </p:sp>
      <p:sp>
        <p:nvSpPr>
          <p:cNvPr id="5" name="Texte niveau 1…"/>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Texte niveau 1</a:t>
            </a:r>
          </a:p>
          <a:p>
            <a:pPr lvl="1"/>
            <a:r>
              <a:t>Texte niveau 2</a:t>
            </a:r>
          </a:p>
          <a:p>
            <a:pPr lvl="2"/>
            <a:r>
              <a:t>Texte niveau 3</a:t>
            </a:r>
          </a:p>
          <a:p>
            <a:pPr lvl="3"/>
            <a:r>
              <a:t>Texte niveau 4</a:t>
            </a:r>
          </a:p>
          <a:p>
            <a:pPr lvl="4"/>
            <a:r>
              <a:t>Texte niveau 5</a:t>
            </a:r>
          </a:p>
        </p:txBody>
      </p:sp>
      <p:sp>
        <p:nvSpPr>
          <p:cNvPr id="6" name="Numéro de diapositive"/>
          <p:cNvSpPr txBox="1"/>
          <p:nvPr>
            <p:ph type="sldNum" sz="quarter" idx="2"/>
          </p:nvPr>
        </p:nvSpPr>
        <p:spPr>
          <a:xfrm>
            <a:off x="4419600" y="4626292"/>
            <a:ext cx="2133600" cy="28194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transition xmlns:p14="http://schemas.microsoft.com/office/powerpoint/2010/main" spd="med" advClick="1"/>
  <p:txStyles>
    <p:titleStyle>
      <a:lvl1pPr marL="0" marR="0" indent="0" algn="l" defTabSz="457200" rtl="0" latinLnBrk="0">
        <a:lnSpc>
          <a:spcPct val="100000"/>
        </a:lnSpc>
        <a:spcBef>
          <a:spcPts val="0"/>
        </a:spcBef>
        <a:spcAft>
          <a:spcPts val="0"/>
        </a:spcAft>
        <a:buClrTx/>
        <a:buSzTx/>
        <a:buFontTx/>
        <a:buNone/>
        <a:tabLst/>
        <a:defRPr b="0" baseline="0" cap="none" i="0" spc="0" strike="noStrike" sz="4000" u="none">
          <a:solidFill>
            <a:srgbClr val="525254"/>
          </a:solidFill>
          <a:uFillTx/>
          <a:latin typeface="Helvetica Neue"/>
          <a:ea typeface="Helvetica Neue"/>
          <a:cs typeface="Helvetica Neue"/>
          <a:sym typeface="Helvetica Neue"/>
        </a:defRPr>
      </a:lvl1pPr>
      <a:lvl2pPr marL="0" marR="0" indent="0" algn="l" defTabSz="457200" rtl="0" latinLnBrk="0">
        <a:lnSpc>
          <a:spcPct val="100000"/>
        </a:lnSpc>
        <a:spcBef>
          <a:spcPts val="0"/>
        </a:spcBef>
        <a:spcAft>
          <a:spcPts val="0"/>
        </a:spcAft>
        <a:buClrTx/>
        <a:buSzTx/>
        <a:buFontTx/>
        <a:buNone/>
        <a:tabLst/>
        <a:defRPr b="0" baseline="0" cap="none" i="0" spc="0" strike="noStrike" sz="4000" u="none">
          <a:solidFill>
            <a:srgbClr val="525254"/>
          </a:solidFill>
          <a:uFillTx/>
          <a:latin typeface="Helvetica Neue"/>
          <a:ea typeface="Helvetica Neue"/>
          <a:cs typeface="Helvetica Neue"/>
          <a:sym typeface="Helvetica Neue"/>
        </a:defRPr>
      </a:lvl2pPr>
      <a:lvl3pPr marL="0" marR="0" indent="0" algn="l" defTabSz="457200" rtl="0" latinLnBrk="0">
        <a:lnSpc>
          <a:spcPct val="100000"/>
        </a:lnSpc>
        <a:spcBef>
          <a:spcPts val="0"/>
        </a:spcBef>
        <a:spcAft>
          <a:spcPts val="0"/>
        </a:spcAft>
        <a:buClrTx/>
        <a:buSzTx/>
        <a:buFontTx/>
        <a:buNone/>
        <a:tabLst/>
        <a:defRPr b="0" baseline="0" cap="none" i="0" spc="0" strike="noStrike" sz="4000" u="none">
          <a:solidFill>
            <a:srgbClr val="525254"/>
          </a:solidFill>
          <a:uFillTx/>
          <a:latin typeface="Helvetica Neue"/>
          <a:ea typeface="Helvetica Neue"/>
          <a:cs typeface="Helvetica Neue"/>
          <a:sym typeface="Helvetica Neue"/>
        </a:defRPr>
      </a:lvl3pPr>
      <a:lvl4pPr marL="0" marR="0" indent="0" algn="l" defTabSz="457200" rtl="0" latinLnBrk="0">
        <a:lnSpc>
          <a:spcPct val="100000"/>
        </a:lnSpc>
        <a:spcBef>
          <a:spcPts val="0"/>
        </a:spcBef>
        <a:spcAft>
          <a:spcPts val="0"/>
        </a:spcAft>
        <a:buClrTx/>
        <a:buSzTx/>
        <a:buFontTx/>
        <a:buNone/>
        <a:tabLst/>
        <a:defRPr b="0" baseline="0" cap="none" i="0" spc="0" strike="noStrike" sz="4000" u="none">
          <a:solidFill>
            <a:srgbClr val="525254"/>
          </a:solidFill>
          <a:uFillTx/>
          <a:latin typeface="Helvetica Neue"/>
          <a:ea typeface="Helvetica Neue"/>
          <a:cs typeface="Helvetica Neue"/>
          <a:sym typeface="Helvetica Neue"/>
        </a:defRPr>
      </a:lvl4pPr>
      <a:lvl5pPr marL="0" marR="0" indent="0" algn="l" defTabSz="457200" rtl="0" latinLnBrk="0">
        <a:lnSpc>
          <a:spcPct val="100000"/>
        </a:lnSpc>
        <a:spcBef>
          <a:spcPts val="0"/>
        </a:spcBef>
        <a:spcAft>
          <a:spcPts val="0"/>
        </a:spcAft>
        <a:buClrTx/>
        <a:buSzTx/>
        <a:buFontTx/>
        <a:buNone/>
        <a:tabLst/>
        <a:defRPr b="0" baseline="0" cap="none" i="0" spc="0" strike="noStrike" sz="4000" u="none">
          <a:solidFill>
            <a:srgbClr val="525254"/>
          </a:solidFill>
          <a:uFillTx/>
          <a:latin typeface="Helvetica Neue"/>
          <a:ea typeface="Helvetica Neue"/>
          <a:cs typeface="Helvetica Neue"/>
          <a:sym typeface="Helvetica Neue"/>
        </a:defRPr>
      </a:lvl5pPr>
      <a:lvl6pPr marL="0" marR="0" indent="0" algn="l" defTabSz="457200" rtl="0" latinLnBrk="0">
        <a:lnSpc>
          <a:spcPct val="100000"/>
        </a:lnSpc>
        <a:spcBef>
          <a:spcPts val="0"/>
        </a:spcBef>
        <a:spcAft>
          <a:spcPts val="0"/>
        </a:spcAft>
        <a:buClrTx/>
        <a:buSzTx/>
        <a:buFontTx/>
        <a:buNone/>
        <a:tabLst/>
        <a:defRPr b="0" baseline="0" cap="none" i="0" spc="0" strike="noStrike" sz="4000" u="none">
          <a:solidFill>
            <a:srgbClr val="525254"/>
          </a:solidFill>
          <a:uFillTx/>
          <a:latin typeface="Helvetica Neue"/>
          <a:ea typeface="Helvetica Neue"/>
          <a:cs typeface="Helvetica Neue"/>
          <a:sym typeface="Helvetica Neue"/>
        </a:defRPr>
      </a:lvl6pPr>
      <a:lvl7pPr marL="0" marR="0" indent="0" algn="l" defTabSz="457200" rtl="0" latinLnBrk="0">
        <a:lnSpc>
          <a:spcPct val="100000"/>
        </a:lnSpc>
        <a:spcBef>
          <a:spcPts val="0"/>
        </a:spcBef>
        <a:spcAft>
          <a:spcPts val="0"/>
        </a:spcAft>
        <a:buClrTx/>
        <a:buSzTx/>
        <a:buFontTx/>
        <a:buNone/>
        <a:tabLst/>
        <a:defRPr b="0" baseline="0" cap="none" i="0" spc="0" strike="noStrike" sz="4000" u="none">
          <a:solidFill>
            <a:srgbClr val="525254"/>
          </a:solidFill>
          <a:uFillTx/>
          <a:latin typeface="Helvetica Neue"/>
          <a:ea typeface="Helvetica Neue"/>
          <a:cs typeface="Helvetica Neue"/>
          <a:sym typeface="Helvetica Neue"/>
        </a:defRPr>
      </a:lvl7pPr>
      <a:lvl8pPr marL="0" marR="0" indent="0" algn="l" defTabSz="457200" rtl="0" latinLnBrk="0">
        <a:lnSpc>
          <a:spcPct val="100000"/>
        </a:lnSpc>
        <a:spcBef>
          <a:spcPts val="0"/>
        </a:spcBef>
        <a:spcAft>
          <a:spcPts val="0"/>
        </a:spcAft>
        <a:buClrTx/>
        <a:buSzTx/>
        <a:buFontTx/>
        <a:buNone/>
        <a:tabLst/>
        <a:defRPr b="0" baseline="0" cap="none" i="0" spc="0" strike="noStrike" sz="4000" u="none">
          <a:solidFill>
            <a:srgbClr val="525254"/>
          </a:solidFill>
          <a:uFillTx/>
          <a:latin typeface="Helvetica Neue"/>
          <a:ea typeface="Helvetica Neue"/>
          <a:cs typeface="Helvetica Neue"/>
          <a:sym typeface="Helvetica Neue"/>
        </a:defRPr>
      </a:lvl8pPr>
      <a:lvl9pPr marL="0" marR="0" indent="0" algn="l" defTabSz="457200" rtl="0" latinLnBrk="0">
        <a:lnSpc>
          <a:spcPct val="100000"/>
        </a:lnSpc>
        <a:spcBef>
          <a:spcPts val="0"/>
        </a:spcBef>
        <a:spcAft>
          <a:spcPts val="0"/>
        </a:spcAft>
        <a:buClrTx/>
        <a:buSzTx/>
        <a:buFontTx/>
        <a:buNone/>
        <a:tabLst/>
        <a:defRPr b="0" baseline="0" cap="none" i="0" spc="0" strike="noStrike" sz="4000" u="none">
          <a:solidFill>
            <a:srgbClr val="525254"/>
          </a:solidFill>
          <a:uFillTx/>
          <a:latin typeface="Helvetica Neue"/>
          <a:ea typeface="Helvetica Neue"/>
          <a:cs typeface="Helvetica Neue"/>
          <a:sym typeface="Helvetica Neue"/>
        </a:defRPr>
      </a:lvl9pPr>
    </p:titleStyle>
    <p:bodyStyle>
      <a:lvl1pPr marL="347472" marR="0" indent="-342900" algn="l" defTabSz="457200" rtl="0" latinLnBrk="0">
        <a:lnSpc>
          <a:spcPct val="100000"/>
        </a:lnSpc>
        <a:spcBef>
          <a:spcPts val="600"/>
        </a:spcBef>
        <a:spcAft>
          <a:spcPts val="0"/>
        </a:spcAft>
        <a:buClr>
          <a:schemeClr val="accent3"/>
        </a:buClr>
        <a:buSzPct val="100000"/>
        <a:buFont typeface="Arial"/>
        <a:buChar char="•"/>
        <a:tabLst/>
        <a:defRPr b="0" baseline="0" cap="none" i="0" spc="0" strike="noStrike" sz="2800" u="none">
          <a:solidFill>
            <a:srgbClr val="000000"/>
          </a:solidFill>
          <a:uFillTx/>
          <a:latin typeface="Helvetica Neue"/>
          <a:ea typeface="Helvetica Neue"/>
          <a:cs typeface="Helvetica Neue"/>
          <a:sym typeface="Helvetica Neue"/>
        </a:defRPr>
      </a:lvl1pPr>
      <a:lvl2pPr marL="753533" marR="0" indent="-296333" algn="l" defTabSz="457200" rtl="0" latinLnBrk="0">
        <a:lnSpc>
          <a:spcPct val="100000"/>
        </a:lnSpc>
        <a:spcBef>
          <a:spcPts val="600"/>
        </a:spcBef>
        <a:spcAft>
          <a:spcPts val="0"/>
        </a:spcAft>
        <a:buClr>
          <a:schemeClr val="accent3"/>
        </a:buClr>
        <a:buSzPct val="100000"/>
        <a:buFont typeface="Arial"/>
        <a:buChar char="–"/>
        <a:tabLst/>
        <a:defRPr b="0" baseline="0" cap="none" i="0" spc="0" strike="noStrike" sz="2800" u="none">
          <a:solidFill>
            <a:srgbClr val="000000"/>
          </a:solidFill>
          <a:uFillTx/>
          <a:latin typeface="Helvetica Neue"/>
          <a:ea typeface="Helvetica Neue"/>
          <a:cs typeface="Helvetica Neue"/>
          <a:sym typeface="Helvetica Neue"/>
        </a:defRPr>
      </a:lvl2pPr>
      <a:lvl3pPr marL="1181100" marR="0" indent="-266700" algn="l" defTabSz="457200" rtl="0" latinLnBrk="0">
        <a:lnSpc>
          <a:spcPct val="100000"/>
        </a:lnSpc>
        <a:spcBef>
          <a:spcPts val="600"/>
        </a:spcBef>
        <a:spcAft>
          <a:spcPts val="0"/>
        </a:spcAft>
        <a:buClr>
          <a:schemeClr val="accent3"/>
        </a:buClr>
        <a:buSzPct val="100000"/>
        <a:buFont typeface="Arial"/>
        <a:buChar char="•"/>
        <a:tabLst/>
        <a:defRPr b="0" baseline="0" cap="none" i="0" spc="0" strike="noStrike" sz="2800" u="none">
          <a:solidFill>
            <a:srgbClr val="000000"/>
          </a:solidFill>
          <a:uFillTx/>
          <a:latin typeface="Helvetica Neue"/>
          <a:ea typeface="Helvetica Neue"/>
          <a:cs typeface="Helvetica Neue"/>
          <a:sym typeface="Helvetica Neue"/>
        </a:defRPr>
      </a:lvl3pPr>
      <a:lvl4pPr marL="1691639" marR="0" indent="-320039" algn="l" defTabSz="457200" rtl="0" latinLnBrk="0">
        <a:lnSpc>
          <a:spcPct val="100000"/>
        </a:lnSpc>
        <a:spcBef>
          <a:spcPts val="600"/>
        </a:spcBef>
        <a:spcAft>
          <a:spcPts val="0"/>
        </a:spcAft>
        <a:buClr>
          <a:schemeClr val="accent3"/>
        </a:buClr>
        <a:buSzPct val="100000"/>
        <a:buFont typeface="Arial"/>
        <a:buChar char="–"/>
        <a:tabLst/>
        <a:defRPr b="0" baseline="0" cap="none" i="0" spc="0" strike="noStrike" sz="2800" u="none">
          <a:solidFill>
            <a:srgbClr val="000000"/>
          </a:solidFill>
          <a:uFillTx/>
          <a:latin typeface="Helvetica Neue"/>
          <a:ea typeface="Helvetica Neue"/>
          <a:cs typeface="Helvetica Neue"/>
          <a:sym typeface="Helvetica Neue"/>
        </a:defRPr>
      </a:lvl4pPr>
      <a:lvl5pPr marL="2148839" marR="0" indent="-320039" algn="l" defTabSz="457200" rtl="0" latinLnBrk="0">
        <a:lnSpc>
          <a:spcPct val="100000"/>
        </a:lnSpc>
        <a:spcBef>
          <a:spcPts val="600"/>
        </a:spcBef>
        <a:spcAft>
          <a:spcPts val="0"/>
        </a:spcAft>
        <a:buClr>
          <a:schemeClr val="accent3"/>
        </a:buClr>
        <a:buSzPct val="100000"/>
        <a:buFont typeface="Arial"/>
        <a:buChar char="»"/>
        <a:tabLst/>
        <a:defRPr b="0" baseline="0" cap="none" i="0" spc="0" strike="noStrike" sz="2800" u="none">
          <a:solidFill>
            <a:srgbClr val="000000"/>
          </a:solidFill>
          <a:uFillTx/>
          <a:latin typeface="Helvetica Neue"/>
          <a:ea typeface="Helvetica Neue"/>
          <a:cs typeface="Helvetica Neue"/>
          <a:sym typeface="Helvetica Neue"/>
        </a:defRPr>
      </a:lvl5pPr>
      <a:lvl6pPr marL="2606039" marR="0" indent="-320039" algn="l" defTabSz="457200" rtl="0" latinLnBrk="0">
        <a:lnSpc>
          <a:spcPct val="100000"/>
        </a:lnSpc>
        <a:spcBef>
          <a:spcPts val="600"/>
        </a:spcBef>
        <a:spcAft>
          <a:spcPts val="0"/>
        </a:spcAft>
        <a:buClr>
          <a:schemeClr val="accent3"/>
        </a:buClr>
        <a:buSzPct val="100000"/>
        <a:buFont typeface="Arial"/>
        <a:buChar char="•"/>
        <a:tabLst/>
        <a:defRPr b="0" baseline="0" cap="none" i="0" spc="0" strike="noStrike" sz="2800" u="none">
          <a:solidFill>
            <a:srgbClr val="000000"/>
          </a:solidFill>
          <a:uFillTx/>
          <a:latin typeface="Helvetica Neue"/>
          <a:ea typeface="Helvetica Neue"/>
          <a:cs typeface="Helvetica Neue"/>
          <a:sym typeface="Helvetica Neue"/>
        </a:defRPr>
      </a:lvl6pPr>
      <a:lvl7pPr marL="3063239" marR="0" indent="-320039" algn="l" defTabSz="457200" rtl="0" latinLnBrk="0">
        <a:lnSpc>
          <a:spcPct val="100000"/>
        </a:lnSpc>
        <a:spcBef>
          <a:spcPts val="600"/>
        </a:spcBef>
        <a:spcAft>
          <a:spcPts val="0"/>
        </a:spcAft>
        <a:buClr>
          <a:schemeClr val="accent3"/>
        </a:buClr>
        <a:buSzPct val="100000"/>
        <a:buFont typeface="Arial"/>
        <a:buChar char="•"/>
        <a:tabLst/>
        <a:defRPr b="0" baseline="0" cap="none" i="0" spc="0" strike="noStrike" sz="2800" u="none">
          <a:solidFill>
            <a:srgbClr val="000000"/>
          </a:solidFill>
          <a:uFillTx/>
          <a:latin typeface="Helvetica Neue"/>
          <a:ea typeface="Helvetica Neue"/>
          <a:cs typeface="Helvetica Neue"/>
          <a:sym typeface="Helvetica Neue"/>
        </a:defRPr>
      </a:lvl7pPr>
      <a:lvl8pPr marL="3520440" marR="0" indent="-320040" algn="l" defTabSz="457200" rtl="0" latinLnBrk="0">
        <a:lnSpc>
          <a:spcPct val="100000"/>
        </a:lnSpc>
        <a:spcBef>
          <a:spcPts val="600"/>
        </a:spcBef>
        <a:spcAft>
          <a:spcPts val="0"/>
        </a:spcAft>
        <a:buClr>
          <a:schemeClr val="accent3"/>
        </a:buClr>
        <a:buSzPct val="100000"/>
        <a:buFont typeface="Arial"/>
        <a:buChar char="•"/>
        <a:tabLst/>
        <a:defRPr b="0" baseline="0" cap="none" i="0" spc="0" strike="noStrike" sz="2800" u="none">
          <a:solidFill>
            <a:srgbClr val="000000"/>
          </a:solidFill>
          <a:uFillTx/>
          <a:latin typeface="Helvetica Neue"/>
          <a:ea typeface="Helvetica Neue"/>
          <a:cs typeface="Helvetica Neue"/>
          <a:sym typeface="Helvetica Neue"/>
        </a:defRPr>
      </a:lvl8pPr>
      <a:lvl9pPr marL="3977640" marR="0" indent="-320040" algn="l" defTabSz="457200" rtl="0" latinLnBrk="0">
        <a:lnSpc>
          <a:spcPct val="100000"/>
        </a:lnSpc>
        <a:spcBef>
          <a:spcPts val="600"/>
        </a:spcBef>
        <a:spcAft>
          <a:spcPts val="0"/>
        </a:spcAft>
        <a:buClr>
          <a:schemeClr val="accent3"/>
        </a:buClr>
        <a:buSzPct val="100000"/>
        <a:buFont typeface="Arial"/>
        <a:buChar char="•"/>
        <a:tabLst/>
        <a:defRPr b="0" baseline="0" cap="none" i="0" spc="0" strike="noStrike" sz="2800" u="none">
          <a:solidFill>
            <a:srgbClr val="000000"/>
          </a:solidFill>
          <a:uFillTx/>
          <a:latin typeface="Helvetica Neue"/>
          <a:ea typeface="Helvetica Neue"/>
          <a:cs typeface="Helvetica Neue"/>
          <a:sym typeface="Helvetica Neue"/>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5.png"/><Relationship Id="rId3" Type="http://schemas.openxmlformats.org/officeDocument/2006/relationships/image" Target="../media/image4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7.png"/><Relationship Id="rId4" Type="http://schemas.openxmlformats.org/officeDocument/2006/relationships/image" Target="../media/image1.tif"/></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tif"/></Relationships>

</file>

<file path=ppt/slides/_rels/slide1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github.com/korolgroup/qiskit_tutorial" TargetMode="External"/><Relationship Id="rId3" Type="http://schemas.openxmlformats.org/officeDocument/2006/relationships/hyperlink" Target="https://quantum.cloud.ibm.com/composer" TargetMode="External"/><Relationship Id="rId4" Type="http://schemas.openxmlformats.org/officeDocument/2006/relationships/hyperlink" Target="https://bits-and-electrons.github.io/bloch-sphere-simulator/#{&quot;blochSphereStateProperties&quot;:{&quot;theta&quot;:&quot;+0.0000&quot;,&quot;phi&quot;:&quot;+90.0000&quot;},&quot;customGatesProperties&quot;:{},&quot;lambdaGatesProperties&quot;:{&quot;polarAngle&quot;:&quot;0&quot;,&quot;azimuthAngle&quot;:&quot;0&quot;}}"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Titre 2"/>
          <p:cNvSpPr txBox="1"/>
          <p:nvPr>
            <p:ph type="title"/>
          </p:nvPr>
        </p:nvSpPr>
        <p:spPr>
          <a:xfrm>
            <a:off x="533400" y="895350"/>
            <a:ext cx="6060072" cy="1538229"/>
          </a:xfrm>
          <a:prstGeom prst="rect">
            <a:avLst/>
          </a:prstGeom>
        </p:spPr>
        <p:txBody>
          <a:bodyPr/>
          <a:lstStyle>
            <a:lvl1pPr defTabSz="342900">
              <a:defRPr sz="3375"/>
            </a:lvl1pPr>
          </a:lstStyle>
          <a:p>
            <a:pPr/>
            <a:r>
              <a:t>Introduction to Quantum Information Applied to Quantum Chemistry</a:t>
            </a:r>
          </a:p>
        </p:txBody>
      </p:sp>
      <p:sp>
        <p:nvSpPr>
          <p:cNvPr id="133" name="by Olivier Lebreux"/>
          <p:cNvSpPr txBox="1"/>
          <p:nvPr/>
        </p:nvSpPr>
        <p:spPr>
          <a:xfrm>
            <a:off x="1251383" y="2599601"/>
            <a:ext cx="1849616" cy="320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500">
                <a:solidFill>
                  <a:schemeClr val="accent2"/>
                </a:solidFill>
              </a:defRPr>
            </a:lvl1pPr>
          </a:lstStyle>
          <a:p>
            <a:pPr/>
            <a:r>
              <a:t>by Olivier Lebreux</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Titre 3"/>
          <p:cNvSpPr txBox="1"/>
          <p:nvPr>
            <p:ph type="title"/>
          </p:nvPr>
        </p:nvSpPr>
        <p:spPr>
          <a:xfrm>
            <a:off x="533400" y="661944"/>
            <a:ext cx="5029200" cy="726617"/>
          </a:xfrm>
          <a:prstGeom prst="rect">
            <a:avLst/>
          </a:prstGeom>
        </p:spPr>
        <p:txBody>
          <a:bodyPr/>
          <a:lstStyle/>
          <a:p>
            <a:pPr/>
            <a:r>
              <a:t>Outline</a:t>
            </a:r>
          </a:p>
        </p:txBody>
      </p:sp>
      <p:sp>
        <p:nvSpPr>
          <p:cNvPr id="136" name="What is a Qubit"/>
          <p:cNvSpPr txBox="1"/>
          <p:nvPr/>
        </p:nvSpPr>
        <p:spPr>
          <a:xfrm>
            <a:off x="1209456" y="1502108"/>
            <a:ext cx="2423007"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marL="240631" indent="-240631">
              <a:lnSpc>
                <a:spcPct val="150000"/>
              </a:lnSpc>
              <a:buSzPct val="100000"/>
              <a:buAutoNum type="arabicPeriod" startAt="1"/>
              <a:defRPr sz="2000">
                <a:solidFill>
                  <a:schemeClr val="accent2"/>
                </a:solidFill>
              </a:defRPr>
            </a:lvl1pPr>
          </a:lstStyle>
          <a:p>
            <a:pPr/>
            <a:r>
              <a:t> What is a Qubit</a:t>
            </a:r>
          </a:p>
        </p:txBody>
      </p:sp>
      <p:sp>
        <p:nvSpPr>
          <p:cNvPr id="137" name="Quantum Gates &amp; Circuits"/>
          <p:cNvSpPr txBox="1"/>
          <p:nvPr/>
        </p:nvSpPr>
        <p:spPr>
          <a:xfrm>
            <a:off x="1219265" y="2030344"/>
            <a:ext cx="3778930"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marL="267368" indent="-267368">
              <a:lnSpc>
                <a:spcPct val="150000"/>
              </a:lnSpc>
              <a:buSzPct val="100000"/>
              <a:buAutoNum type="arabicPeriod" startAt="2"/>
              <a:defRPr sz="2000">
                <a:solidFill>
                  <a:schemeClr val="accent2"/>
                </a:solidFill>
              </a:defRPr>
            </a:lvl1pPr>
          </a:lstStyle>
          <a:p>
            <a:pPr/>
            <a:r>
              <a:t> Quantum Gates &amp; Circuits</a:t>
            </a:r>
          </a:p>
        </p:txBody>
      </p:sp>
      <p:sp>
        <p:nvSpPr>
          <p:cNvPr id="138" name="From Molecules to Qubit"/>
          <p:cNvSpPr txBox="1"/>
          <p:nvPr/>
        </p:nvSpPr>
        <p:spPr>
          <a:xfrm>
            <a:off x="1224167" y="2558580"/>
            <a:ext cx="3549388"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marL="240631" indent="-240631">
              <a:lnSpc>
                <a:spcPct val="150000"/>
              </a:lnSpc>
              <a:buSzPct val="100000"/>
              <a:buAutoNum type="arabicPeriod" startAt="3"/>
              <a:defRPr sz="2000">
                <a:solidFill>
                  <a:schemeClr val="accent2"/>
                </a:solidFill>
              </a:defRPr>
            </a:lvl1pPr>
          </a:lstStyle>
          <a:p>
            <a:pPr/>
            <a:r>
              <a:t> From Molecules to Qubit</a:t>
            </a:r>
          </a:p>
        </p:txBody>
      </p:sp>
      <p:sp>
        <p:nvSpPr>
          <p:cNvPr id="139" name="Variational Quantum Eigensolver (VQE)"/>
          <p:cNvSpPr txBox="1"/>
          <p:nvPr/>
        </p:nvSpPr>
        <p:spPr>
          <a:xfrm>
            <a:off x="1237535" y="3086816"/>
            <a:ext cx="5477829"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marL="240631" indent="-240631">
              <a:lnSpc>
                <a:spcPct val="150000"/>
              </a:lnSpc>
              <a:buSzPct val="100000"/>
              <a:buAutoNum type="arabicPeriod" startAt="4"/>
              <a:defRPr sz="2000">
                <a:solidFill>
                  <a:schemeClr val="accent2"/>
                </a:solidFill>
              </a:defRPr>
            </a:lvl1pPr>
          </a:lstStyle>
          <a:p>
            <a:pPr/>
            <a:r>
              <a:t> Variational Quantum Eigensolver (VQE)</a:t>
            </a:r>
          </a:p>
        </p:txBody>
      </p:sp>
      <p:sp>
        <p:nvSpPr>
          <p:cNvPr id="140" name="Live Tutorial - Qiskit Nature"/>
          <p:cNvSpPr txBox="1"/>
          <p:nvPr/>
        </p:nvSpPr>
        <p:spPr>
          <a:xfrm>
            <a:off x="1233541" y="3615051"/>
            <a:ext cx="3962510"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marL="240631" indent="-240631">
              <a:lnSpc>
                <a:spcPct val="150000"/>
              </a:lnSpc>
              <a:buSzPct val="100000"/>
              <a:buAutoNum type="arabicPeriod" startAt="5"/>
              <a:defRPr sz="2000">
                <a:solidFill>
                  <a:schemeClr val="accent2"/>
                </a:solidFill>
              </a:defRPr>
            </a:lvl1pPr>
          </a:lstStyle>
          <a:p>
            <a:pPr/>
            <a:r>
              <a:t> Live Tutorial - Qiskit Nature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1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4" fill="hold">
                                  <p:stCondLst>
                                    <p:cond delay="0"/>
                                  </p:stCondLst>
                                  <p:iterate type="el" backwards="0">
                                    <p:tmAbs val="0"/>
                                  </p:iterate>
                                  <p:childTnLst>
                                    <p:set>
                                      <p:cBhvr>
                                        <p:cTn id="18" fill="hold"/>
                                        <p:tgtEl>
                                          <p:spTgt spid="1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5" fill="hold">
                                  <p:stCondLst>
                                    <p:cond delay="0"/>
                                  </p:stCondLst>
                                  <p:iterate type="el" backwards="0">
                                    <p:tmAbs val="0"/>
                                  </p:iterate>
                                  <p:childTnLst>
                                    <p:set>
                                      <p:cBhvr>
                                        <p:cTn id="22" fill="hold"/>
                                        <p:tgtEl>
                                          <p:spTgt spid="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8" grpId="3"/>
      <p:bldP build="whole" bldLvl="1" animBg="1" rev="0" advAuto="0" spid="137" grpId="2"/>
      <p:bldP build="whole" bldLvl="1" animBg="1" rev="0" advAuto="0" spid="140" grpId="5"/>
      <p:bldP build="whole" bldLvl="1" animBg="1" rev="0" advAuto="0" spid="139" grpId="4"/>
      <p:bldP build="whole" bldLvl="1" animBg="1" rev="0" advAuto="0" spid="136" grpId="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Titre 3"/>
          <p:cNvSpPr txBox="1"/>
          <p:nvPr>
            <p:ph type="title"/>
          </p:nvPr>
        </p:nvSpPr>
        <p:spPr>
          <a:prstGeom prst="rect">
            <a:avLst/>
          </a:prstGeom>
        </p:spPr>
        <p:txBody>
          <a:bodyPr/>
          <a:lstStyle/>
          <a:p>
            <a:pPr/>
            <a:r>
              <a:t>What is a Qubit ?</a:t>
            </a:r>
          </a:p>
        </p:txBody>
      </p:sp>
      <p:sp>
        <p:nvSpPr>
          <p:cNvPr id="143" name="where"/>
          <p:cNvSpPr txBox="1"/>
          <p:nvPr/>
        </p:nvSpPr>
        <p:spPr>
          <a:xfrm>
            <a:off x="4128921" y="2594623"/>
            <a:ext cx="973049"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000">
                <a:solidFill>
                  <a:schemeClr val="accent2"/>
                </a:solidFill>
              </a:defRPr>
            </a:lvl1pPr>
          </a:lstStyle>
          <a:p>
            <a:pPr/>
            <a:r>
              <a:t>where </a:t>
            </a:r>
          </a:p>
        </p:txBody>
      </p:sp>
      <p:pic>
        <p:nvPicPr>
          <p:cNvPr id="144" name="Image" descr="Image"/>
          <p:cNvPicPr>
            <a:picLocks noChangeAspect="1"/>
          </p:cNvPicPr>
          <p:nvPr/>
        </p:nvPicPr>
        <p:blipFill>
          <a:blip r:embed="rId3">
            <a:extLst/>
          </a:blip>
          <a:stretch>
            <a:fillRect/>
          </a:stretch>
        </p:blipFill>
        <p:spPr>
          <a:xfrm>
            <a:off x="5953378" y="2606155"/>
            <a:ext cx="1700242" cy="347778"/>
          </a:xfrm>
          <a:prstGeom prst="rect">
            <a:avLst/>
          </a:prstGeom>
          <a:ln w="12700">
            <a:miter lim="400000"/>
          </a:ln>
        </p:spPr>
      </p:pic>
      <p:pic>
        <p:nvPicPr>
          <p:cNvPr id="145" name="Image" descr="Image"/>
          <p:cNvPicPr>
            <a:picLocks noChangeAspect="1"/>
          </p:cNvPicPr>
          <p:nvPr/>
        </p:nvPicPr>
        <p:blipFill>
          <a:blip r:embed="rId4">
            <a:extLst/>
          </a:blip>
          <a:stretch>
            <a:fillRect/>
          </a:stretch>
        </p:blipFill>
        <p:spPr>
          <a:xfrm>
            <a:off x="1295152" y="2658898"/>
            <a:ext cx="1982361" cy="267692"/>
          </a:xfrm>
          <a:prstGeom prst="rect">
            <a:avLst/>
          </a:prstGeom>
          <a:ln w="12700">
            <a:miter lim="400000"/>
          </a:ln>
        </p:spPr>
      </p:pic>
      <p:pic>
        <p:nvPicPr>
          <p:cNvPr id="146" name="Image" descr="Image"/>
          <p:cNvPicPr>
            <a:picLocks noChangeAspect="1"/>
          </p:cNvPicPr>
          <p:nvPr/>
        </p:nvPicPr>
        <p:blipFill>
          <a:blip r:embed="rId5">
            <a:extLst/>
          </a:blip>
          <a:stretch>
            <a:fillRect/>
          </a:stretch>
        </p:blipFill>
        <p:spPr>
          <a:xfrm>
            <a:off x="2215145" y="3518843"/>
            <a:ext cx="4800601" cy="660401"/>
          </a:xfrm>
          <a:prstGeom prst="rect">
            <a:avLst/>
          </a:prstGeom>
          <a:ln w="12700">
            <a:miter lim="400000"/>
          </a:ln>
        </p:spPr>
      </p:pic>
      <p:sp>
        <p:nvSpPr>
          <p:cNvPr id="147" name="A Qubit can be a superposition of both states simultaneously"/>
          <p:cNvSpPr txBox="1"/>
          <p:nvPr/>
        </p:nvSpPr>
        <p:spPr>
          <a:xfrm>
            <a:off x="532832" y="1731928"/>
            <a:ext cx="8332335"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347471" indent="-342899" defTabSz="457200">
              <a:spcBef>
                <a:spcPts val="600"/>
              </a:spcBef>
              <a:buSzPct val="100000"/>
              <a:buFont typeface="Arial"/>
              <a:buChar char="•"/>
              <a:defRPr sz="2000">
                <a:solidFill>
                  <a:schemeClr val="accent2"/>
                </a:solidFill>
              </a:defRPr>
            </a:lvl1pPr>
          </a:lstStyle>
          <a:p>
            <a:pPr/>
            <a:r>
              <a:t>A Qubit can be a superposition of both states simultaneously </a:t>
            </a:r>
          </a:p>
        </p:txBody>
      </p:sp>
      <p:sp>
        <p:nvSpPr>
          <p:cNvPr id="148" name="A classical bit is either 0 or 1."/>
          <p:cNvSpPr txBox="1"/>
          <p:nvPr/>
        </p:nvSpPr>
        <p:spPr>
          <a:xfrm>
            <a:off x="531813" y="1266516"/>
            <a:ext cx="4243382"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marL="347471" indent="-342899" defTabSz="457200">
              <a:spcBef>
                <a:spcPts val="600"/>
              </a:spcBef>
              <a:buSzPct val="100000"/>
              <a:buFont typeface="Arial"/>
              <a:buChar char="•"/>
              <a:defRPr sz="2000">
                <a:solidFill>
                  <a:schemeClr val="accent2"/>
                </a:solidFill>
              </a:defRPr>
            </a:lvl1pPr>
          </a:lstStyle>
          <a:p>
            <a:pPr/>
            <a:r>
              <a:t>A classical bit is either 0 or 1.</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145"/>
                                        </p:tgtEl>
                                        <p:attrNameLst>
                                          <p:attrName>style.visibility</p:attrName>
                                        </p:attrNameLst>
                                      </p:cBhvr>
                                      <p:to>
                                        <p:strVal val="visible"/>
                                      </p:to>
                                    </p:set>
                                  </p:childTnLst>
                                </p:cTn>
                              </p:par>
                            </p:childTnLst>
                          </p:cTn>
                        </p:par>
                        <p:par>
                          <p:cTn id="15" fill="hold">
                            <p:stCondLst>
                              <p:cond delay="0"/>
                            </p:stCondLst>
                            <p:childTnLst>
                              <p:par>
                                <p:cTn id="16" presetClass="entr" nodeType="afterEffect" presetSubtype="0" presetID="1" grpId="4" fill="hold">
                                  <p:stCondLst>
                                    <p:cond delay="0"/>
                                  </p:stCondLst>
                                  <p:iterate type="el" backwards="0">
                                    <p:tmAbs val="0"/>
                                  </p:iterate>
                                  <p:childTnLst>
                                    <p:set>
                                      <p:cBhvr>
                                        <p:cTn id="17" fill="hold"/>
                                        <p:tgtEl>
                                          <p:spTgt spid="143"/>
                                        </p:tgtEl>
                                        <p:attrNameLst>
                                          <p:attrName>style.visibility</p:attrName>
                                        </p:attrNameLst>
                                      </p:cBhvr>
                                      <p:to>
                                        <p:strVal val="visible"/>
                                      </p:to>
                                    </p:set>
                                  </p:childTnLst>
                                </p:cTn>
                              </p:par>
                            </p:childTnLst>
                          </p:cTn>
                        </p:par>
                        <p:par>
                          <p:cTn id="18" fill="hold">
                            <p:stCondLst>
                              <p:cond delay="0"/>
                            </p:stCondLst>
                            <p:childTnLst>
                              <p:par>
                                <p:cTn id="19" presetClass="entr" nodeType="afterEffect" presetSubtype="0" presetID="1" grpId="5" fill="hold">
                                  <p:stCondLst>
                                    <p:cond delay="0"/>
                                  </p:stCondLst>
                                  <p:iterate type="el" backwards="0">
                                    <p:tmAbs val="0"/>
                                  </p:iterate>
                                  <p:childTnLst>
                                    <p:set>
                                      <p:cBhvr>
                                        <p:cTn id="20" fill="hold"/>
                                        <p:tgtEl>
                                          <p:spTgt spid="1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6" fill="hold">
                                  <p:stCondLst>
                                    <p:cond delay="0"/>
                                  </p:stCondLst>
                                  <p:iterate type="el" backwards="0">
                                    <p:tmAbs val="0"/>
                                  </p:iterate>
                                  <p:childTnLst>
                                    <p:set>
                                      <p:cBhvr>
                                        <p:cTn id="24" fill="hold"/>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3" grpId="4"/>
      <p:bldP build="whole" bldLvl="1" animBg="1" rev="0" advAuto="0" spid="144" grpId="5"/>
      <p:bldP build="whole" bldLvl="1" animBg="1" rev="0" advAuto="0" spid="148" grpId="1"/>
      <p:bldP build="whole" bldLvl="1" animBg="1" rev="0" advAuto="0" spid="146" grpId="6"/>
      <p:bldP build="whole" bldLvl="1" animBg="1" rev="0" advAuto="0" spid="145" grpId="3"/>
      <p:bldP build="whole" bldLvl="1" animBg="1" rev="0" advAuto="0" spid="147"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Titre 3"/>
          <p:cNvSpPr txBox="1"/>
          <p:nvPr>
            <p:ph type="title"/>
          </p:nvPr>
        </p:nvSpPr>
        <p:spPr>
          <a:prstGeom prst="rect">
            <a:avLst/>
          </a:prstGeom>
        </p:spPr>
        <p:txBody>
          <a:bodyPr/>
          <a:lstStyle/>
          <a:p>
            <a:pPr/>
            <a:r>
              <a:t>Bloch Sphere</a:t>
            </a:r>
          </a:p>
        </p:txBody>
      </p:sp>
      <p:pic>
        <p:nvPicPr>
          <p:cNvPr id="153" name="Image" descr="Image"/>
          <p:cNvPicPr>
            <a:picLocks noChangeAspect="1"/>
          </p:cNvPicPr>
          <p:nvPr/>
        </p:nvPicPr>
        <p:blipFill>
          <a:blip r:embed="rId2">
            <a:extLst/>
          </a:blip>
          <a:stretch>
            <a:fillRect/>
          </a:stretch>
        </p:blipFill>
        <p:spPr>
          <a:xfrm>
            <a:off x="546948" y="1126815"/>
            <a:ext cx="3933304" cy="3722120"/>
          </a:xfrm>
          <a:prstGeom prst="rect">
            <a:avLst/>
          </a:prstGeom>
          <a:ln w="12700">
            <a:miter lim="400000"/>
          </a:ln>
        </p:spPr>
      </p:pic>
      <p:pic>
        <p:nvPicPr>
          <p:cNvPr id="154" name="Image" descr="Image"/>
          <p:cNvPicPr>
            <a:picLocks noChangeAspect="1"/>
          </p:cNvPicPr>
          <p:nvPr/>
        </p:nvPicPr>
        <p:blipFill>
          <a:blip r:embed="rId3">
            <a:extLst/>
          </a:blip>
          <a:stretch>
            <a:fillRect/>
          </a:stretch>
        </p:blipFill>
        <p:spPr>
          <a:xfrm>
            <a:off x="5609812" y="2860439"/>
            <a:ext cx="2159001" cy="586741"/>
          </a:xfrm>
          <a:prstGeom prst="rect">
            <a:avLst/>
          </a:prstGeom>
          <a:ln w="12700">
            <a:miter lim="400000"/>
          </a:ln>
        </p:spPr>
      </p:pic>
      <p:pic>
        <p:nvPicPr>
          <p:cNvPr id="155" name="Image" descr="Image"/>
          <p:cNvPicPr>
            <a:picLocks noChangeAspect="1"/>
          </p:cNvPicPr>
          <p:nvPr/>
        </p:nvPicPr>
        <p:blipFill>
          <a:blip r:embed="rId4">
            <a:extLst/>
          </a:blip>
          <a:stretch>
            <a:fillRect/>
          </a:stretch>
        </p:blipFill>
        <p:spPr>
          <a:xfrm>
            <a:off x="5501862" y="3737133"/>
            <a:ext cx="2374901" cy="586741"/>
          </a:xfrm>
          <a:prstGeom prst="rect">
            <a:avLst/>
          </a:prstGeom>
          <a:ln w="12700">
            <a:miter lim="400000"/>
          </a:ln>
        </p:spPr>
      </p:pic>
      <p:pic>
        <p:nvPicPr>
          <p:cNvPr id="156" name="Image" descr="Image"/>
          <p:cNvPicPr>
            <a:picLocks noChangeAspect="1"/>
          </p:cNvPicPr>
          <p:nvPr/>
        </p:nvPicPr>
        <p:blipFill>
          <a:blip r:embed="rId5">
            <a:extLst/>
          </a:blip>
          <a:stretch>
            <a:fillRect/>
          </a:stretch>
        </p:blipFill>
        <p:spPr>
          <a:xfrm>
            <a:off x="4986097" y="1983745"/>
            <a:ext cx="3406430" cy="586741"/>
          </a:xfrm>
          <a:prstGeom prst="rect">
            <a:avLst/>
          </a:prstGeom>
          <a:ln w="12700">
            <a:miter lim="400000"/>
          </a:ln>
        </p:spPr>
      </p:pic>
      <p:pic>
        <p:nvPicPr>
          <p:cNvPr id="157" name="Image" descr="Image"/>
          <p:cNvPicPr>
            <a:picLocks noChangeAspect="1"/>
          </p:cNvPicPr>
          <p:nvPr/>
        </p:nvPicPr>
        <p:blipFill>
          <a:blip r:embed="rId6">
            <a:extLst/>
          </a:blip>
          <a:stretch>
            <a:fillRect/>
          </a:stretch>
        </p:blipFill>
        <p:spPr>
          <a:xfrm>
            <a:off x="5382289" y="2676724"/>
            <a:ext cx="1054101" cy="622301"/>
          </a:xfrm>
          <a:prstGeom prst="rect">
            <a:avLst/>
          </a:prstGeom>
          <a:ln w="12700">
            <a:miter lim="400000"/>
          </a:ln>
        </p:spPr>
      </p:pic>
      <p:pic>
        <p:nvPicPr>
          <p:cNvPr id="158" name="Image" descr="Image"/>
          <p:cNvPicPr>
            <a:picLocks noChangeAspect="1"/>
          </p:cNvPicPr>
          <p:nvPr/>
        </p:nvPicPr>
        <p:blipFill>
          <a:blip r:embed="rId7">
            <a:extLst/>
          </a:blip>
          <a:stretch>
            <a:fillRect/>
          </a:stretch>
        </p:blipFill>
        <p:spPr>
          <a:xfrm>
            <a:off x="6942235" y="2676724"/>
            <a:ext cx="1054101" cy="6223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54"/>
                                        </p:tgtEl>
                                        <p:attrNameLst>
                                          <p:attrName>style.visibility</p:attrName>
                                        </p:attrNameLst>
                                      </p:cBhvr>
                                      <p:to>
                                        <p:strVal val="visible"/>
                                      </p:to>
                                    </p:set>
                                  </p:childTnLst>
                                </p:cTn>
                              </p:par>
                            </p:childTnLst>
                          </p:cTn>
                        </p:par>
                        <p:par>
                          <p:cTn id="11" fill="hold">
                            <p:stCondLst>
                              <p:cond delay="0"/>
                            </p:stCondLst>
                            <p:childTnLst>
                              <p:par>
                                <p:cTn id="12" presetClass="entr" nodeType="afterEffect" presetSubtype="0" presetID="1" grpId="3" fill="hold">
                                  <p:stCondLst>
                                    <p:cond delay="0"/>
                                  </p:stCondLst>
                                  <p:iterate type="el" backwards="0">
                                    <p:tmAbs val="0"/>
                                  </p:iterate>
                                  <p:childTnLst>
                                    <p:set>
                                      <p:cBhvr>
                                        <p:cTn id="13" fill="hold"/>
                                        <p:tgtEl>
                                          <p:spTgt spid="15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Class="exit" nodeType="clickEffect" presetSubtype="0" presetID="1" grpId="4" fill="hold">
                                  <p:stCondLst>
                                    <p:cond delay="0"/>
                                  </p:stCondLst>
                                  <p:iterate type="el" backwards="0">
                                    <p:tmAbs val="0"/>
                                  </p:iterate>
                                  <p:childTnLst>
                                    <p:set>
                                      <p:cBhvr>
                                        <p:cTn id="17" fill="hold">
                                          <p:stCondLst>
                                            <p:cond delay="0"/>
                                          </p:stCondLst>
                                        </p:cTn>
                                        <p:tgtEl>
                                          <p:spTgt spid="156"/>
                                        </p:tgtEl>
                                        <p:attrNameLst>
                                          <p:attrName>style.visibility</p:attrName>
                                        </p:attrNameLst>
                                      </p:cBhvr>
                                      <p:to>
                                        <p:strVal val="hidden"/>
                                      </p:to>
                                    </p:set>
                                  </p:childTnLst>
                                </p:cTn>
                              </p:par>
                            </p:childTnLst>
                          </p:cTn>
                        </p:par>
                        <p:par>
                          <p:cTn id="18" fill="hold">
                            <p:stCondLst>
                              <p:cond delay="0"/>
                            </p:stCondLst>
                            <p:childTnLst>
                              <p:par>
                                <p:cTn id="19" presetClass="exit" nodeType="afterEffect" presetSubtype="0" presetID="1" grpId="5" fill="hold">
                                  <p:stCondLst>
                                    <p:cond delay="0"/>
                                  </p:stCondLst>
                                  <p:iterate type="el" backwards="0">
                                    <p:tmAbs val="0"/>
                                  </p:iterate>
                                  <p:childTnLst>
                                    <p:set>
                                      <p:cBhvr>
                                        <p:cTn id="20" fill="hold">
                                          <p:stCondLst>
                                            <p:cond delay="0"/>
                                          </p:stCondLst>
                                        </p:cTn>
                                        <p:tgtEl>
                                          <p:spTgt spid="154"/>
                                        </p:tgtEl>
                                        <p:attrNameLst>
                                          <p:attrName>style.visibility</p:attrName>
                                        </p:attrNameLst>
                                      </p:cBhvr>
                                      <p:to>
                                        <p:strVal val="hidden"/>
                                      </p:to>
                                    </p:set>
                                  </p:childTnLst>
                                </p:cTn>
                              </p:par>
                            </p:childTnLst>
                          </p:cTn>
                        </p:par>
                        <p:par>
                          <p:cTn id="21" fill="hold">
                            <p:stCondLst>
                              <p:cond delay="0"/>
                            </p:stCondLst>
                            <p:childTnLst>
                              <p:par>
                                <p:cTn id="22" presetClass="exit" nodeType="afterEffect" presetSubtype="0" presetID="1" grpId="6" fill="hold">
                                  <p:stCondLst>
                                    <p:cond delay="0"/>
                                  </p:stCondLst>
                                  <p:iterate type="el" backwards="0">
                                    <p:tmAbs val="0"/>
                                  </p:iterate>
                                  <p:childTnLst>
                                    <p:set>
                                      <p:cBhvr>
                                        <p:cTn id="23" fill="hold">
                                          <p:stCondLst>
                                            <p:cond delay="0"/>
                                          </p:stCondLst>
                                        </p:cTn>
                                        <p:tgtEl>
                                          <p:spTgt spid="155"/>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0" presetID="1" grpId="7" fill="hold">
                                  <p:stCondLst>
                                    <p:cond delay="0"/>
                                  </p:stCondLst>
                                  <p:iterate type="el" backwards="0">
                                    <p:tmAbs val="0"/>
                                  </p:iterate>
                                  <p:childTnLst>
                                    <p:set>
                                      <p:cBhvr>
                                        <p:cTn id="27" fill="hold"/>
                                        <p:tgtEl>
                                          <p:spTgt spid="157"/>
                                        </p:tgtEl>
                                        <p:attrNameLst>
                                          <p:attrName>style.visibility</p:attrName>
                                        </p:attrNameLst>
                                      </p:cBhvr>
                                      <p:to>
                                        <p:strVal val="visible"/>
                                      </p:to>
                                    </p:set>
                                  </p:childTnLst>
                                </p:cTn>
                              </p:par>
                            </p:childTnLst>
                          </p:cTn>
                        </p:par>
                        <p:par>
                          <p:cTn id="28" fill="hold">
                            <p:stCondLst>
                              <p:cond delay="0"/>
                            </p:stCondLst>
                            <p:childTnLst>
                              <p:par>
                                <p:cTn id="29" presetClass="entr" nodeType="afterEffect" presetSubtype="0" presetID="1" grpId="8" fill="hold">
                                  <p:stCondLst>
                                    <p:cond delay="0"/>
                                  </p:stCondLst>
                                  <p:iterate type="el" backwards="0">
                                    <p:tmAbs val="0"/>
                                  </p:iterate>
                                  <p:childTnLst>
                                    <p:set>
                                      <p:cBhvr>
                                        <p:cTn id="30" fill="hold"/>
                                        <p:tgtEl>
                                          <p:spTgt spid="1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6" grpId="1"/>
      <p:bldP build="whole" bldLvl="1" animBg="1" rev="0" advAuto="0" spid="158" grpId="8"/>
      <p:bldP build="whole" bldLvl="1" animBg="1" rev="0" advAuto="0" spid="157" grpId="7"/>
      <p:bldP build="whole" bldLvl="1" animBg="1" rev="0" advAuto="0" spid="156" grpId="4"/>
      <p:bldP build="whole" bldLvl="1" animBg="1" rev="0" advAuto="0" spid="154" grpId="2"/>
      <p:bldP build="whole" bldLvl="1" animBg="1" rev="0" advAuto="0" spid="155" grpId="3"/>
      <p:bldP build="whole" bldLvl="1" animBg="1" rev="0" advAuto="0" spid="155" grpId="6"/>
      <p:bldP build="whole" bldLvl="1" animBg="1" rev="0" advAuto="0" spid="154" grpId="5"/>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Titre 3"/>
          <p:cNvSpPr txBox="1"/>
          <p:nvPr>
            <p:ph type="title"/>
          </p:nvPr>
        </p:nvSpPr>
        <p:spPr>
          <a:prstGeom prst="rect">
            <a:avLst/>
          </a:prstGeom>
        </p:spPr>
        <p:txBody>
          <a:bodyPr/>
          <a:lstStyle/>
          <a:p>
            <a:pPr/>
            <a:r>
              <a:t>Quantum Gates &amp; Circuits</a:t>
            </a:r>
          </a:p>
        </p:txBody>
      </p:sp>
      <p:pic>
        <p:nvPicPr>
          <p:cNvPr id="161" name="Image" descr="Image"/>
          <p:cNvPicPr>
            <a:picLocks noChangeAspect="1"/>
          </p:cNvPicPr>
          <p:nvPr/>
        </p:nvPicPr>
        <p:blipFill>
          <a:blip r:embed="rId2">
            <a:extLst/>
          </a:blip>
          <a:stretch>
            <a:fillRect/>
          </a:stretch>
        </p:blipFill>
        <p:spPr>
          <a:xfrm>
            <a:off x="431410" y="3829838"/>
            <a:ext cx="1397001" cy="622301"/>
          </a:xfrm>
          <a:prstGeom prst="rect">
            <a:avLst/>
          </a:prstGeom>
          <a:ln w="12700">
            <a:miter lim="400000"/>
          </a:ln>
        </p:spPr>
      </p:pic>
      <p:pic>
        <p:nvPicPr>
          <p:cNvPr id="162" name="Image" descr="Image"/>
          <p:cNvPicPr>
            <a:picLocks noChangeAspect="1"/>
          </p:cNvPicPr>
          <p:nvPr/>
        </p:nvPicPr>
        <p:blipFill>
          <a:blip r:embed="rId3">
            <a:extLst/>
          </a:blip>
          <a:stretch>
            <a:fillRect/>
          </a:stretch>
        </p:blipFill>
        <p:spPr>
          <a:xfrm>
            <a:off x="2429803" y="3829838"/>
            <a:ext cx="1549401" cy="622301"/>
          </a:xfrm>
          <a:prstGeom prst="rect">
            <a:avLst/>
          </a:prstGeom>
          <a:ln w="12700">
            <a:miter lim="400000"/>
          </a:ln>
        </p:spPr>
      </p:pic>
      <p:pic>
        <p:nvPicPr>
          <p:cNvPr id="163" name="Image" descr="Image"/>
          <p:cNvPicPr>
            <a:picLocks noChangeAspect="1"/>
          </p:cNvPicPr>
          <p:nvPr/>
        </p:nvPicPr>
        <p:blipFill>
          <a:blip r:embed="rId4">
            <a:extLst/>
          </a:blip>
          <a:stretch>
            <a:fillRect/>
          </a:stretch>
        </p:blipFill>
        <p:spPr>
          <a:xfrm>
            <a:off x="4580596" y="3829838"/>
            <a:ext cx="1536701" cy="622301"/>
          </a:xfrm>
          <a:prstGeom prst="rect">
            <a:avLst/>
          </a:prstGeom>
          <a:ln w="12700">
            <a:miter lim="400000"/>
          </a:ln>
        </p:spPr>
      </p:pic>
      <p:pic>
        <p:nvPicPr>
          <p:cNvPr id="164" name="Image" descr="Image"/>
          <p:cNvPicPr>
            <a:picLocks noChangeAspect="1"/>
          </p:cNvPicPr>
          <p:nvPr/>
        </p:nvPicPr>
        <p:blipFill>
          <a:blip r:embed="rId5">
            <a:extLst/>
          </a:blip>
          <a:stretch>
            <a:fillRect/>
          </a:stretch>
        </p:blipFill>
        <p:spPr>
          <a:xfrm>
            <a:off x="6718689" y="3829838"/>
            <a:ext cx="1993901" cy="622301"/>
          </a:xfrm>
          <a:prstGeom prst="rect">
            <a:avLst/>
          </a:prstGeom>
          <a:ln w="12700">
            <a:miter lim="400000"/>
          </a:ln>
        </p:spPr>
      </p:pic>
      <p:sp>
        <p:nvSpPr>
          <p:cNvPr id="165" name="Single-qubit gates :"/>
          <p:cNvSpPr txBox="1"/>
          <p:nvPr/>
        </p:nvSpPr>
        <p:spPr>
          <a:xfrm>
            <a:off x="520659" y="1220222"/>
            <a:ext cx="2727609"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000">
                <a:solidFill>
                  <a:schemeClr val="accent2"/>
                </a:solidFill>
              </a:defRPr>
            </a:lvl1pPr>
          </a:lstStyle>
          <a:p>
            <a:pPr/>
            <a:r>
              <a:t>Single-qubit gates : </a:t>
            </a:r>
          </a:p>
        </p:txBody>
      </p:sp>
      <p:pic>
        <p:nvPicPr>
          <p:cNvPr id="166" name="Image" descr="Image"/>
          <p:cNvPicPr>
            <a:picLocks noChangeAspect="1"/>
          </p:cNvPicPr>
          <p:nvPr/>
        </p:nvPicPr>
        <p:blipFill>
          <a:blip r:embed="rId6">
            <a:extLst/>
          </a:blip>
          <a:stretch>
            <a:fillRect/>
          </a:stretch>
        </p:blipFill>
        <p:spPr>
          <a:xfrm>
            <a:off x="1293913" y="1886237"/>
            <a:ext cx="1181101" cy="317501"/>
          </a:xfrm>
          <a:prstGeom prst="rect">
            <a:avLst/>
          </a:prstGeom>
          <a:ln w="12700">
            <a:miter lim="400000"/>
          </a:ln>
        </p:spPr>
      </p:pic>
      <p:pic>
        <p:nvPicPr>
          <p:cNvPr id="167" name="Image" descr="Image"/>
          <p:cNvPicPr>
            <a:picLocks noChangeAspect="1"/>
          </p:cNvPicPr>
          <p:nvPr/>
        </p:nvPicPr>
        <p:blipFill>
          <a:blip r:embed="rId7">
            <a:extLst/>
          </a:blip>
          <a:stretch>
            <a:fillRect/>
          </a:stretch>
        </p:blipFill>
        <p:spPr>
          <a:xfrm>
            <a:off x="5467275" y="1752887"/>
            <a:ext cx="2374901" cy="584201"/>
          </a:xfrm>
          <a:prstGeom prst="rect">
            <a:avLst/>
          </a:prstGeom>
          <a:ln w="12700">
            <a:miter lim="400000"/>
          </a:ln>
        </p:spPr>
      </p:pic>
      <p:pic>
        <p:nvPicPr>
          <p:cNvPr id="168" name="Image" descr="Image"/>
          <p:cNvPicPr>
            <a:picLocks noChangeAspect="1"/>
          </p:cNvPicPr>
          <p:nvPr/>
        </p:nvPicPr>
        <p:blipFill>
          <a:blip r:embed="rId8">
            <a:extLst/>
          </a:blip>
          <a:stretch>
            <a:fillRect/>
          </a:stretch>
        </p:blipFill>
        <p:spPr>
          <a:xfrm>
            <a:off x="1293913" y="2413000"/>
            <a:ext cx="1181101" cy="317500"/>
          </a:xfrm>
          <a:prstGeom prst="rect">
            <a:avLst/>
          </a:prstGeom>
          <a:ln w="12700">
            <a:miter lim="400000"/>
          </a:ln>
        </p:spPr>
      </p:pic>
      <p:pic>
        <p:nvPicPr>
          <p:cNvPr id="169" name="Image" descr="Image"/>
          <p:cNvPicPr>
            <a:picLocks noChangeAspect="1"/>
          </p:cNvPicPr>
          <p:nvPr/>
        </p:nvPicPr>
        <p:blipFill>
          <a:blip r:embed="rId9">
            <a:extLst/>
          </a:blip>
          <a:stretch>
            <a:fillRect/>
          </a:stretch>
        </p:blipFill>
        <p:spPr>
          <a:xfrm>
            <a:off x="1255352" y="2939762"/>
            <a:ext cx="1371601" cy="317501"/>
          </a:xfrm>
          <a:prstGeom prst="rect">
            <a:avLst/>
          </a:prstGeom>
          <a:ln w="12700">
            <a:miter lim="400000"/>
          </a:ln>
        </p:spPr>
      </p:pic>
      <p:pic>
        <p:nvPicPr>
          <p:cNvPr id="170" name="Image" descr="Image"/>
          <p:cNvPicPr>
            <a:picLocks noChangeAspect="1"/>
          </p:cNvPicPr>
          <p:nvPr/>
        </p:nvPicPr>
        <p:blipFill>
          <a:blip r:embed="rId10">
            <a:extLst/>
          </a:blip>
          <a:stretch>
            <a:fillRect/>
          </a:stretch>
        </p:blipFill>
        <p:spPr>
          <a:xfrm>
            <a:off x="3329794" y="1886237"/>
            <a:ext cx="1282701" cy="317501"/>
          </a:xfrm>
          <a:prstGeom prst="rect">
            <a:avLst/>
          </a:prstGeom>
          <a:ln w="12700">
            <a:miter lim="400000"/>
          </a:ln>
        </p:spPr>
      </p:pic>
      <p:pic>
        <p:nvPicPr>
          <p:cNvPr id="171" name="Image" descr="Image"/>
          <p:cNvPicPr>
            <a:picLocks noChangeAspect="1"/>
          </p:cNvPicPr>
          <p:nvPr/>
        </p:nvPicPr>
        <p:blipFill>
          <a:blip r:embed="rId11">
            <a:extLst/>
          </a:blip>
          <a:stretch>
            <a:fillRect/>
          </a:stretch>
        </p:blipFill>
        <p:spPr>
          <a:xfrm>
            <a:off x="3228194" y="2413000"/>
            <a:ext cx="1485901" cy="317500"/>
          </a:xfrm>
          <a:prstGeom prst="rect">
            <a:avLst/>
          </a:prstGeom>
          <a:ln w="12700">
            <a:miter lim="400000"/>
          </a:ln>
        </p:spPr>
      </p:pic>
      <p:pic>
        <p:nvPicPr>
          <p:cNvPr id="172" name="Image" descr="Image"/>
          <p:cNvPicPr>
            <a:picLocks noChangeAspect="1"/>
          </p:cNvPicPr>
          <p:nvPr/>
        </p:nvPicPr>
        <p:blipFill>
          <a:blip r:embed="rId12">
            <a:extLst/>
          </a:blip>
          <a:stretch>
            <a:fillRect/>
          </a:stretch>
        </p:blipFill>
        <p:spPr>
          <a:xfrm>
            <a:off x="3405994" y="2939762"/>
            <a:ext cx="1130301" cy="317501"/>
          </a:xfrm>
          <a:prstGeom prst="rect">
            <a:avLst/>
          </a:prstGeom>
          <a:ln w="12700">
            <a:miter lim="400000"/>
          </a:ln>
        </p:spPr>
      </p:pic>
      <p:pic>
        <p:nvPicPr>
          <p:cNvPr id="173" name="Image" descr="Image"/>
          <p:cNvPicPr>
            <a:picLocks noChangeAspect="1"/>
          </p:cNvPicPr>
          <p:nvPr/>
        </p:nvPicPr>
        <p:blipFill>
          <a:blip r:embed="rId13">
            <a:extLst/>
          </a:blip>
          <a:stretch>
            <a:fillRect/>
          </a:stretch>
        </p:blipFill>
        <p:spPr>
          <a:xfrm>
            <a:off x="5467275" y="2791363"/>
            <a:ext cx="2374901" cy="5842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66"/>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6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170"/>
                                        </p:tgtEl>
                                        <p:attrNameLst>
                                          <p:attrName>style.visibility</p:attrName>
                                        </p:attrNameLst>
                                      </p:cBhvr>
                                      <p:to>
                                        <p:strVal val="visible"/>
                                      </p:to>
                                    </p:set>
                                  </p:childTnLst>
                                </p:cTn>
                              </p:par>
                            </p:childTnLst>
                          </p:cTn>
                        </p:par>
                        <p:par>
                          <p:cTn id="14" fill="hold">
                            <p:stCondLst>
                              <p:cond delay="0"/>
                            </p:stCondLst>
                            <p:childTnLst>
                              <p:par>
                                <p:cTn id="15" presetClass="entr" nodeType="afterEffect" presetSubtype="0" presetID="1" grpId="4" fill="hold">
                                  <p:stCondLst>
                                    <p:cond delay="0"/>
                                  </p:stCondLst>
                                  <p:iterate type="el" backwards="0">
                                    <p:tmAbs val="0"/>
                                  </p:iterate>
                                  <p:childTnLst>
                                    <p:set>
                                      <p:cBhvr>
                                        <p:cTn id="16" fill="hold"/>
                                        <p:tgtEl>
                                          <p:spTgt spid="17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5" fill="hold">
                                  <p:stCondLst>
                                    <p:cond delay="0"/>
                                  </p:stCondLst>
                                  <p:iterate type="el" backwards="0">
                                    <p:tmAbs val="0"/>
                                  </p:iterate>
                                  <p:childTnLst>
                                    <p:set>
                                      <p:cBhvr>
                                        <p:cTn id="20" fill="hold"/>
                                        <p:tgtEl>
                                          <p:spTgt spid="169"/>
                                        </p:tgtEl>
                                        <p:attrNameLst>
                                          <p:attrName>style.visibility</p:attrName>
                                        </p:attrNameLst>
                                      </p:cBhvr>
                                      <p:to>
                                        <p:strVal val="visible"/>
                                      </p:to>
                                    </p:set>
                                  </p:childTnLst>
                                </p:cTn>
                              </p:par>
                            </p:childTnLst>
                          </p:cTn>
                        </p:par>
                        <p:par>
                          <p:cTn id="21" fill="hold">
                            <p:stCondLst>
                              <p:cond delay="0"/>
                            </p:stCondLst>
                            <p:childTnLst>
                              <p:par>
                                <p:cTn id="22" presetClass="entr" nodeType="afterEffect" presetSubtype="0" presetID="1" grpId="6" fill="hold">
                                  <p:stCondLst>
                                    <p:cond delay="0"/>
                                  </p:stCondLst>
                                  <p:iterate type="el" backwards="0">
                                    <p:tmAbs val="0"/>
                                  </p:iterate>
                                  <p:childTnLst>
                                    <p:set>
                                      <p:cBhvr>
                                        <p:cTn id="23" fill="hold"/>
                                        <p:tgtEl>
                                          <p:spTgt spid="17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0" presetID="1" grpId="7" fill="hold">
                                  <p:stCondLst>
                                    <p:cond delay="0"/>
                                  </p:stCondLst>
                                  <p:iterate type="el" backwards="0">
                                    <p:tmAbs val="0"/>
                                  </p:iterate>
                                  <p:childTnLst>
                                    <p:set>
                                      <p:cBhvr>
                                        <p:cTn id="27" fill="hold"/>
                                        <p:tgtEl>
                                          <p:spTgt spid="167"/>
                                        </p:tgtEl>
                                        <p:attrNameLst>
                                          <p:attrName>style.visibility</p:attrName>
                                        </p:attrNameLst>
                                      </p:cBhvr>
                                      <p:to>
                                        <p:strVal val="visible"/>
                                      </p:to>
                                    </p:set>
                                  </p:childTnLst>
                                </p:cTn>
                              </p:par>
                            </p:childTnLst>
                          </p:cTn>
                        </p:par>
                        <p:par>
                          <p:cTn id="28" fill="hold">
                            <p:stCondLst>
                              <p:cond delay="0"/>
                            </p:stCondLst>
                            <p:childTnLst>
                              <p:par>
                                <p:cTn id="29" presetClass="entr" nodeType="afterEffect" presetSubtype="0" presetID="1" grpId="8" fill="hold">
                                  <p:stCondLst>
                                    <p:cond delay="0"/>
                                  </p:stCondLst>
                                  <p:iterate type="el" backwards="0">
                                    <p:tmAbs val="0"/>
                                  </p:iterate>
                                  <p:childTnLst>
                                    <p:set>
                                      <p:cBhvr>
                                        <p:cTn id="30" fill="hold"/>
                                        <p:tgtEl>
                                          <p:spTgt spid="1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0" presetID="1" grpId="9" fill="hold">
                                  <p:stCondLst>
                                    <p:cond delay="0"/>
                                  </p:stCondLst>
                                  <p:iterate type="el" backwards="0">
                                    <p:tmAbs val="0"/>
                                  </p:iterate>
                                  <p:childTnLst>
                                    <p:set>
                                      <p:cBhvr>
                                        <p:cTn id="34" fill="hold"/>
                                        <p:tgtEl>
                                          <p:spTgt spid="161"/>
                                        </p:tgtEl>
                                        <p:attrNameLst>
                                          <p:attrName>style.visibility</p:attrName>
                                        </p:attrNameLst>
                                      </p:cBhvr>
                                      <p:to>
                                        <p:strVal val="visible"/>
                                      </p:to>
                                    </p:set>
                                  </p:childTnLst>
                                </p:cTn>
                              </p:par>
                            </p:childTnLst>
                          </p:cTn>
                        </p:par>
                        <p:par>
                          <p:cTn id="35" fill="hold">
                            <p:stCondLst>
                              <p:cond delay="0"/>
                            </p:stCondLst>
                            <p:childTnLst>
                              <p:par>
                                <p:cTn id="36" presetClass="entr" nodeType="afterEffect" presetSubtype="0" presetID="1" grpId="10" fill="hold">
                                  <p:stCondLst>
                                    <p:cond delay="0"/>
                                  </p:stCondLst>
                                  <p:iterate type="el" backwards="0">
                                    <p:tmAbs val="0"/>
                                  </p:iterate>
                                  <p:childTnLst>
                                    <p:set>
                                      <p:cBhvr>
                                        <p:cTn id="37" fill="hold"/>
                                        <p:tgtEl>
                                          <p:spTgt spid="162"/>
                                        </p:tgtEl>
                                        <p:attrNameLst>
                                          <p:attrName>style.visibility</p:attrName>
                                        </p:attrNameLst>
                                      </p:cBhvr>
                                      <p:to>
                                        <p:strVal val="visible"/>
                                      </p:to>
                                    </p:set>
                                  </p:childTnLst>
                                </p:cTn>
                              </p:par>
                            </p:childTnLst>
                          </p:cTn>
                        </p:par>
                        <p:par>
                          <p:cTn id="38" fill="hold">
                            <p:stCondLst>
                              <p:cond delay="0"/>
                            </p:stCondLst>
                            <p:childTnLst>
                              <p:par>
                                <p:cTn id="39" presetClass="entr" nodeType="afterEffect" presetSubtype="0" presetID="1" grpId="11" fill="hold">
                                  <p:stCondLst>
                                    <p:cond delay="0"/>
                                  </p:stCondLst>
                                  <p:iterate type="el" backwards="0">
                                    <p:tmAbs val="0"/>
                                  </p:iterate>
                                  <p:childTnLst>
                                    <p:set>
                                      <p:cBhvr>
                                        <p:cTn id="40" fill="hold"/>
                                        <p:tgtEl>
                                          <p:spTgt spid="163"/>
                                        </p:tgtEl>
                                        <p:attrNameLst>
                                          <p:attrName>style.visibility</p:attrName>
                                        </p:attrNameLst>
                                      </p:cBhvr>
                                      <p:to>
                                        <p:strVal val="visible"/>
                                      </p:to>
                                    </p:set>
                                  </p:childTnLst>
                                </p:cTn>
                              </p:par>
                            </p:childTnLst>
                          </p:cTn>
                        </p:par>
                        <p:par>
                          <p:cTn id="41" fill="hold">
                            <p:stCondLst>
                              <p:cond delay="0"/>
                            </p:stCondLst>
                            <p:childTnLst>
                              <p:par>
                                <p:cTn id="42" presetClass="entr" nodeType="afterEffect" presetSubtype="0" presetID="1" grpId="12" fill="hold">
                                  <p:stCondLst>
                                    <p:cond delay="0"/>
                                  </p:stCondLst>
                                  <p:iterate type="el" backwards="0">
                                    <p:tmAbs val="0"/>
                                  </p:iterate>
                                  <p:childTnLst>
                                    <p:set>
                                      <p:cBhvr>
                                        <p:cTn id="43" fill="hold"/>
                                        <p:tgtEl>
                                          <p:spTgt spid="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8" grpId="2"/>
      <p:bldP build="whole" bldLvl="1" animBg="1" rev="0" advAuto="0" spid="166" grpId="1"/>
      <p:bldP build="whole" bldLvl="1" animBg="1" rev="0" advAuto="0" spid="169" grpId="5"/>
      <p:bldP build="whole" bldLvl="1" animBg="1" rev="0" advAuto="0" spid="167" grpId="7"/>
      <p:bldP build="whole" bldLvl="1" animBg="1" rev="0" advAuto="0" spid="171" grpId="4"/>
      <p:bldP build="whole" bldLvl="1" animBg="1" rev="0" advAuto="0" spid="163" grpId="11"/>
      <p:bldP build="whole" bldLvl="1" animBg="1" rev="0" advAuto="0" spid="170" grpId="3"/>
      <p:bldP build="whole" bldLvl="1" animBg="1" rev="0" advAuto="0" spid="173" grpId="8"/>
      <p:bldP build="whole" bldLvl="1" animBg="1" rev="0" advAuto="0" spid="162" grpId="10"/>
      <p:bldP build="whole" bldLvl="1" animBg="1" rev="0" advAuto="0" spid="172" grpId="6"/>
      <p:bldP build="whole" bldLvl="1" animBg="1" rev="0" advAuto="0" spid="164" grpId="12"/>
      <p:bldP build="whole" bldLvl="1" animBg="1" rev="0" advAuto="0" spid="161" grpId="9"/>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Titre 3"/>
          <p:cNvSpPr txBox="1"/>
          <p:nvPr>
            <p:ph type="title"/>
          </p:nvPr>
        </p:nvSpPr>
        <p:spPr>
          <a:prstGeom prst="rect">
            <a:avLst/>
          </a:prstGeom>
        </p:spPr>
        <p:txBody>
          <a:bodyPr/>
          <a:lstStyle/>
          <a:p>
            <a:pPr/>
            <a:r>
              <a:t>Multi-Qubits Systems</a:t>
            </a:r>
          </a:p>
        </p:txBody>
      </p:sp>
      <p:pic>
        <p:nvPicPr>
          <p:cNvPr id="176" name="Image" descr="Image"/>
          <p:cNvPicPr>
            <a:picLocks noChangeAspect="1"/>
          </p:cNvPicPr>
          <p:nvPr/>
        </p:nvPicPr>
        <p:blipFill>
          <a:blip r:embed="rId2">
            <a:extLst/>
          </a:blip>
          <a:stretch>
            <a:fillRect/>
          </a:stretch>
        </p:blipFill>
        <p:spPr>
          <a:xfrm>
            <a:off x="5878338" y="1339797"/>
            <a:ext cx="1155701" cy="269241"/>
          </a:xfrm>
          <a:prstGeom prst="rect">
            <a:avLst/>
          </a:prstGeom>
          <a:ln w="12700">
            <a:miter lim="400000"/>
          </a:ln>
        </p:spPr>
      </p:pic>
      <p:sp>
        <p:nvSpPr>
          <p:cNvPr id="177" name="Espace réservé du texte 4"/>
          <p:cNvSpPr txBox="1"/>
          <p:nvPr>
            <p:ph type="body" sz="quarter" idx="1"/>
          </p:nvPr>
        </p:nvSpPr>
        <p:spPr>
          <a:xfrm>
            <a:off x="533400" y="1285875"/>
            <a:ext cx="5063902" cy="377086"/>
          </a:xfrm>
          <a:prstGeom prst="rect">
            <a:avLst/>
          </a:prstGeom>
        </p:spPr>
        <p:txBody>
          <a:bodyPr/>
          <a:lstStyle>
            <a:lvl1pPr marL="0" indent="0">
              <a:buSzTx/>
              <a:buFontTx/>
              <a:buNone/>
              <a:defRPr sz="2000">
                <a:latin typeface="Verdana"/>
                <a:ea typeface="Verdana"/>
                <a:cs typeface="Verdana"/>
                <a:sym typeface="Verdana"/>
              </a:defRPr>
            </a:lvl1pPr>
          </a:lstStyle>
          <a:p>
            <a:pPr/>
            <a:r>
              <a:t>Combine space of two isolated qubits :</a:t>
            </a:r>
          </a:p>
        </p:txBody>
      </p:sp>
      <p:pic>
        <p:nvPicPr>
          <p:cNvPr id="178" name="Image" descr="Image"/>
          <p:cNvPicPr>
            <a:picLocks noChangeAspect="1"/>
          </p:cNvPicPr>
          <p:nvPr/>
        </p:nvPicPr>
        <p:blipFill>
          <a:blip r:embed="rId3">
            <a:extLst/>
          </a:blip>
          <a:stretch>
            <a:fillRect/>
          </a:stretch>
        </p:blipFill>
        <p:spPr>
          <a:xfrm>
            <a:off x="1957167" y="1889253"/>
            <a:ext cx="1612901" cy="269241"/>
          </a:xfrm>
          <a:prstGeom prst="rect">
            <a:avLst/>
          </a:prstGeom>
          <a:ln w="12700">
            <a:miter lim="400000"/>
          </a:ln>
        </p:spPr>
      </p:pic>
      <p:pic>
        <p:nvPicPr>
          <p:cNvPr id="179" name="Image" descr="Image"/>
          <p:cNvPicPr>
            <a:picLocks noChangeAspect="1"/>
          </p:cNvPicPr>
          <p:nvPr/>
        </p:nvPicPr>
        <p:blipFill>
          <a:blip r:embed="rId4">
            <a:extLst/>
          </a:blip>
          <a:stretch>
            <a:fillRect/>
          </a:stretch>
        </p:blipFill>
        <p:spPr>
          <a:xfrm>
            <a:off x="4243558" y="1889253"/>
            <a:ext cx="381001" cy="269241"/>
          </a:xfrm>
          <a:prstGeom prst="rect">
            <a:avLst/>
          </a:prstGeom>
          <a:ln w="12700">
            <a:miter lim="400000"/>
          </a:ln>
        </p:spPr>
      </p:pic>
      <p:pic>
        <p:nvPicPr>
          <p:cNvPr id="180" name="Image" descr="Image"/>
          <p:cNvPicPr>
            <a:picLocks noChangeAspect="1"/>
          </p:cNvPicPr>
          <p:nvPr/>
        </p:nvPicPr>
        <p:blipFill>
          <a:blip r:embed="rId5">
            <a:extLst/>
          </a:blip>
          <a:stretch>
            <a:fillRect/>
          </a:stretch>
        </p:blipFill>
        <p:spPr>
          <a:xfrm>
            <a:off x="5298047" y="1889253"/>
            <a:ext cx="381001" cy="269241"/>
          </a:xfrm>
          <a:prstGeom prst="rect">
            <a:avLst/>
          </a:prstGeom>
          <a:ln w="12700">
            <a:miter lim="400000"/>
          </a:ln>
        </p:spPr>
      </p:pic>
      <p:pic>
        <p:nvPicPr>
          <p:cNvPr id="181" name="Image" descr="Image"/>
          <p:cNvPicPr>
            <a:picLocks noChangeAspect="1"/>
          </p:cNvPicPr>
          <p:nvPr/>
        </p:nvPicPr>
        <p:blipFill>
          <a:blip r:embed="rId6">
            <a:extLst/>
          </a:blip>
          <a:stretch>
            <a:fillRect/>
          </a:stretch>
        </p:blipFill>
        <p:spPr>
          <a:xfrm>
            <a:off x="6261831" y="1889253"/>
            <a:ext cx="381001" cy="269241"/>
          </a:xfrm>
          <a:prstGeom prst="rect">
            <a:avLst/>
          </a:prstGeom>
          <a:ln w="12700">
            <a:miter lim="400000"/>
          </a:ln>
        </p:spPr>
      </p:pic>
      <p:sp>
        <p:nvSpPr>
          <p:cNvPr id="182" name="General equation :"/>
          <p:cNvSpPr txBox="1"/>
          <p:nvPr/>
        </p:nvSpPr>
        <p:spPr>
          <a:xfrm>
            <a:off x="531058" y="2384786"/>
            <a:ext cx="2492088"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000">
                <a:solidFill>
                  <a:schemeClr val="accent2"/>
                </a:solidFill>
              </a:defRPr>
            </a:lvl1pPr>
          </a:lstStyle>
          <a:p>
            <a:pPr/>
            <a:r>
              <a:t>General equation :</a:t>
            </a:r>
          </a:p>
        </p:txBody>
      </p:sp>
      <p:pic>
        <p:nvPicPr>
          <p:cNvPr id="183" name="Image" descr="Image"/>
          <p:cNvPicPr>
            <a:picLocks noChangeAspect="1"/>
          </p:cNvPicPr>
          <p:nvPr/>
        </p:nvPicPr>
        <p:blipFill>
          <a:blip r:embed="rId7">
            <a:extLst/>
          </a:blip>
          <a:stretch>
            <a:fillRect/>
          </a:stretch>
        </p:blipFill>
        <p:spPr>
          <a:xfrm>
            <a:off x="2421107" y="3007319"/>
            <a:ext cx="4025901" cy="269241"/>
          </a:xfrm>
          <a:prstGeom prst="rect">
            <a:avLst/>
          </a:prstGeom>
          <a:ln w="12700">
            <a:miter lim="400000"/>
          </a:ln>
        </p:spPr>
      </p:pic>
      <p:pic>
        <p:nvPicPr>
          <p:cNvPr id="184" name="Image" descr="Image"/>
          <p:cNvPicPr>
            <a:picLocks noChangeAspect="1"/>
          </p:cNvPicPr>
          <p:nvPr/>
        </p:nvPicPr>
        <p:blipFill>
          <a:blip r:embed="rId8">
            <a:extLst/>
          </a:blip>
          <a:stretch>
            <a:fillRect/>
          </a:stretch>
        </p:blipFill>
        <p:spPr>
          <a:xfrm>
            <a:off x="2954507" y="3502852"/>
            <a:ext cx="2959101" cy="320041"/>
          </a:xfrm>
          <a:prstGeom prst="rect">
            <a:avLst/>
          </a:prstGeom>
          <a:ln w="12700">
            <a:miter lim="400000"/>
          </a:ln>
        </p:spPr>
      </p:pic>
      <p:pic>
        <p:nvPicPr>
          <p:cNvPr id="185" name="Image" descr="Image"/>
          <p:cNvPicPr>
            <a:picLocks noChangeAspect="1"/>
          </p:cNvPicPr>
          <p:nvPr/>
        </p:nvPicPr>
        <p:blipFill>
          <a:blip r:embed="rId9">
            <a:extLst/>
          </a:blip>
          <a:stretch>
            <a:fillRect/>
          </a:stretch>
        </p:blipFill>
        <p:spPr>
          <a:xfrm>
            <a:off x="2852907" y="4442958"/>
            <a:ext cx="3162301" cy="24384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77"/>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7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17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0" presetID="1" grpId="4" fill="hold">
                                  <p:stCondLst>
                                    <p:cond delay="0"/>
                                  </p:stCondLst>
                                  <p:iterate type="el" backwards="0">
                                    <p:tmAbs val="0"/>
                                  </p:iterate>
                                  <p:childTnLst>
                                    <p:set>
                                      <p:cBhvr>
                                        <p:cTn id="17" fill="hold"/>
                                        <p:tgtEl>
                                          <p:spTgt spid="181"/>
                                        </p:tgtEl>
                                        <p:attrNameLst>
                                          <p:attrName>style.visibility</p:attrName>
                                        </p:attrNameLst>
                                      </p:cBhvr>
                                      <p:to>
                                        <p:strVal val="visible"/>
                                      </p:to>
                                    </p:set>
                                  </p:childTnLst>
                                </p:cTn>
                              </p:par>
                            </p:childTnLst>
                          </p:cTn>
                        </p:par>
                        <p:par>
                          <p:cTn id="18" fill="hold">
                            <p:stCondLst>
                              <p:cond delay="0"/>
                            </p:stCondLst>
                            <p:childTnLst>
                              <p:par>
                                <p:cTn id="19" presetClass="entr" nodeType="afterEffect" presetSubtype="0" presetID="1" grpId="5" fill="hold">
                                  <p:stCondLst>
                                    <p:cond delay="0"/>
                                  </p:stCondLst>
                                  <p:iterate type="el" backwards="0">
                                    <p:tmAbs val="0"/>
                                  </p:iterate>
                                  <p:childTnLst>
                                    <p:set>
                                      <p:cBhvr>
                                        <p:cTn id="20" fill="hold"/>
                                        <p:tgtEl>
                                          <p:spTgt spid="180"/>
                                        </p:tgtEl>
                                        <p:attrNameLst>
                                          <p:attrName>style.visibility</p:attrName>
                                        </p:attrNameLst>
                                      </p:cBhvr>
                                      <p:to>
                                        <p:strVal val="visible"/>
                                      </p:to>
                                    </p:set>
                                  </p:childTnLst>
                                </p:cTn>
                              </p:par>
                            </p:childTnLst>
                          </p:cTn>
                        </p:par>
                        <p:par>
                          <p:cTn id="21" fill="hold">
                            <p:stCondLst>
                              <p:cond delay="0"/>
                            </p:stCondLst>
                            <p:childTnLst>
                              <p:par>
                                <p:cTn id="22" presetClass="entr" nodeType="afterEffect" presetSubtype="0" presetID="1" grpId="6" fill="hold">
                                  <p:stCondLst>
                                    <p:cond delay="0"/>
                                  </p:stCondLst>
                                  <p:iterate type="el" backwards="0">
                                    <p:tmAbs val="0"/>
                                  </p:iterate>
                                  <p:childTnLst>
                                    <p:set>
                                      <p:cBhvr>
                                        <p:cTn id="23" fill="hold"/>
                                        <p:tgtEl>
                                          <p:spTgt spid="17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0" presetID="1" grpId="7" fill="hold">
                                  <p:stCondLst>
                                    <p:cond delay="0"/>
                                  </p:stCondLst>
                                  <p:iterate type="el" backwards="0">
                                    <p:tmAbs val="0"/>
                                  </p:iterate>
                                  <p:childTnLst>
                                    <p:set>
                                      <p:cBhvr>
                                        <p:cTn id="27" fill="hold"/>
                                        <p:tgtEl>
                                          <p:spTgt spid="182"/>
                                        </p:tgtEl>
                                        <p:attrNameLst>
                                          <p:attrName>style.visibility</p:attrName>
                                        </p:attrNameLst>
                                      </p:cBhvr>
                                      <p:to>
                                        <p:strVal val="visible"/>
                                      </p:to>
                                    </p:set>
                                  </p:childTnLst>
                                </p:cTn>
                              </p:par>
                            </p:childTnLst>
                          </p:cTn>
                        </p:par>
                        <p:par>
                          <p:cTn id="28" fill="hold">
                            <p:stCondLst>
                              <p:cond delay="0"/>
                            </p:stCondLst>
                            <p:childTnLst>
                              <p:par>
                                <p:cTn id="29" presetClass="entr" nodeType="afterEffect" presetSubtype="0" presetID="1" grpId="8" fill="hold">
                                  <p:stCondLst>
                                    <p:cond delay="0"/>
                                  </p:stCondLst>
                                  <p:iterate type="el" backwards="0">
                                    <p:tmAbs val="0"/>
                                  </p:iterate>
                                  <p:childTnLst>
                                    <p:set>
                                      <p:cBhvr>
                                        <p:cTn id="30" fill="hold"/>
                                        <p:tgtEl>
                                          <p:spTgt spid="183"/>
                                        </p:tgtEl>
                                        <p:attrNameLst>
                                          <p:attrName>style.visibility</p:attrName>
                                        </p:attrNameLst>
                                      </p:cBhvr>
                                      <p:to>
                                        <p:strVal val="visible"/>
                                      </p:to>
                                    </p:set>
                                  </p:childTnLst>
                                </p:cTn>
                              </p:par>
                            </p:childTnLst>
                          </p:cTn>
                        </p:par>
                        <p:par>
                          <p:cTn id="31" fill="hold">
                            <p:stCondLst>
                              <p:cond delay="0"/>
                            </p:stCondLst>
                            <p:childTnLst>
                              <p:par>
                                <p:cTn id="32" presetClass="entr" nodeType="afterEffect" presetSubtype="0" presetID="1" grpId="9" fill="hold">
                                  <p:stCondLst>
                                    <p:cond delay="0"/>
                                  </p:stCondLst>
                                  <p:iterate type="el" backwards="0">
                                    <p:tmAbs val="0"/>
                                  </p:iterate>
                                  <p:childTnLst>
                                    <p:set>
                                      <p:cBhvr>
                                        <p:cTn id="33" fill="hold"/>
                                        <p:tgtEl>
                                          <p:spTgt spid="18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0" presetID="1" grpId="10" fill="hold">
                                  <p:stCondLst>
                                    <p:cond delay="0"/>
                                  </p:stCondLst>
                                  <p:iterate type="el" backwards="0">
                                    <p:tmAbs val="0"/>
                                  </p:iterate>
                                  <p:childTnLst>
                                    <p:set>
                                      <p:cBhvr>
                                        <p:cTn id="37" fill="hold"/>
                                        <p:tgtEl>
                                          <p:spTgt spid="1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6" grpId="2"/>
      <p:bldP build="whole" bldLvl="1" animBg="1" rev="0" advAuto="0" spid="178" grpId="3"/>
      <p:bldP build="whole" bldLvl="1" animBg="1" rev="0" advAuto="0" spid="181" grpId="4"/>
      <p:bldP build="whole" bldLvl="1" animBg="1" rev="0" advAuto="0" spid="185" grpId="10"/>
      <p:bldP build="whole" bldLvl="1" animBg="1" rev="0" advAuto="0" spid="184" grpId="9"/>
      <p:bldP build="whole" bldLvl="1" animBg="1" rev="0" advAuto="0" spid="177" grpId="1"/>
      <p:bldP build="whole" bldLvl="1" animBg="1" rev="0" advAuto="0" spid="180" grpId="5"/>
      <p:bldP build="whole" bldLvl="1" animBg="1" rev="0" advAuto="0" spid="179" grpId="6"/>
      <p:bldP build="whole" bldLvl="1" animBg="1" rev="0" advAuto="0" spid="183" grpId="8"/>
      <p:bldP build="whole" bldLvl="1" animBg="1" rev="0" advAuto="0" spid="182" grpId="7"/>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Titre 3"/>
          <p:cNvSpPr txBox="1"/>
          <p:nvPr>
            <p:ph type="title"/>
          </p:nvPr>
        </p:nvSpPr>
        <p:spPr>
          <a:prstGeom prst="rect">
            <a:avLst/>
          </a:prstGeom>
        </p:spPr>
        <p:txBody>
          <a:bodyPr/>
          <a:lstStyle/>
          <a:p>
            <a:pPr/>
            <a:r>
              <a:t>Quantum Gates &amp; Circuits</a:t>
            </a:r>
          </a:p>
        </p:txBody>
      </p:sp>
      <p:sp>
        <p:nvSpPr>
          <p:cNvPr id="188" name="Espace réservé du texte 4"/>
          <p:cNvSpPr txBox="1"/>
          <p:nvPr>
            <p:ph type="body" sz="quarter" idx="1"/>
          </p:nvPr>
        </p:nvSpPr>
        <p:spPr>
          <a:xfrm>
            <a:off x="533400" y="1285875"/>
            <a:ext cx="8305800" cy="377086"/>
          </a:xfrm>
          <a:prstGeom prst="rect">
            <a:avLst/>
          </a:prstGeom>
        </p:spPr>
        <p:txBody>
          <a:bodyPr/>
          <a:lstStyle>
            <a:lvl1pPr marL="0" indent="0">
              <a:buSzTx/>
              <a:buFontTx/>
              <a:buNone/>
              <a:defRPr sz="2000">
                <a:latin typeface="Verdana"/>
                <a:ea typeface="Verdana"/>
                <a:cs typeface="Verdana"/>
                <a:sym typeface="Verdana"/>
              </a:defRPr>
            </a:lvl1pPr>
          </a:lstStyle>
          <a:p>
            <a:pPr/>
            <a:r>
              <a:t>Two-qubit gate :</a:t>
            </a:r>
          </a:p>
        </p:txBody>
      </p:sp>
      <p:sp>
        <p:nvSpPr>
          <p:cNvPr id="189" name="CNOT - Flips the target qubit if the control qubit is"/>
          <p:cNvSpPr txBox="1"/>
          <p:nvPr/>
        </p:nvSpPr>
        <p:spPr>
          <a:xfrm>
            <a:off x="541592" y="1889253"/>
            <a:ext cx="6624921"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000">
                <a:solidFill>
                  <a:schemeClr val="accent2"/>
                </a:solidFill>
              </a:defRPr>
            </a:lvl1pPr>
          </a:lstStyle>
          <a:p>
            <a:pPr/>
            <a:r>
              <a:t>CNOT - Flips the target qubit if the control qubit is </a:t>
            </a:r>
          </a:p>
        </p:txBody>
      </p:sp>
      <p:pic>
        <p:nvPicPr>
          <p:cNvPr id="190" name="Image" descr="Image"/>
          <p:cNvPicPr>
            <a:picLocks noChangeAspect="1"/>
          </p:cNvPicPr>
          <p:nvPr/>
        </p:nvPicPr>
        <p:blipFill>
          <a:blip r:embed="rId2">
            <a:extLst/>
          </a:blip>
          <a:stretch>
            <a:fillRect/>
          </a:stretch>
        </p:blipFill>
        <p:spPr>
          <a:xfrm>
            <a:off x="3067087" y="2872299"/>
            <a:ext cx="4356101" cy="1003301"/>
          </a:xfrm>
          <a:prstGeom prst="rect">
            <a:avLst/>
          </a:prstGeom>
          <a:ln w="12700">
            <a:miter lim="400000"/>
          </a:ln>
        </p:spPr>
      </p:pic>
      <p:pic>
        <p:nvPicPr>
          <p:cNvPr id="191" name="Image" descr="Image"/>
          <p:cNvPicPr>
            <a:picLocks noChangeAspect="1"/>
          </p:cNvPicPr>
          <p:nvPr/>
        </p:nvPicPr>
        <p:blipFill>
          <a:blip r:embed="rId3">
            <a:extLst/>
          </a:blip>
          <a:stretch>
            <a:fillRect/>
          </a:stretch>
        </p:blipFill>
        <p:spPr>
          <a:xfrm>
            <a:off x="7152986" y="1952753"/>
            <a:ext cx="254001" cy="269241"/>
          </a:xfrm>
          <a:prstGeom prst="rect">
            <a:avLst/>
          </a:prstGeom>
          <a:ln w="12700">
            <a:miter lim="400000"/>
          </a:ln>
        </p:spPr>
      </p:pic>
      <p:pic>
        <p:nvPicPr>
          <p:cNvPr id="192" name="Image" descr="Image"/>
          <p:cNvPicPr>
            <a:picLocks noChangeAspect="1"/>
          </p:cNvPicPr>
          <p:nvPr/>
        </p:nvPicPr>
        <p:blipFill>
          <a:blip r:embed="rId4">
            <a:extLst/>
          </a:blip>
          <a:stretch>
            <a:fillRect/>
          </a:stretch>
        </p:blipFill>
        <p:spPr>
          <a:xfrm>
            <a:off x="875242" y="2511786"/>
            <a:ext cx="1153853" cy="627534"/>
          </a:xfrm>
          <a:prstGeom prst="rect">
            <a:avLst/>
          </a:prstGeom>
          <a:ln w="12700">
            <a:miter lim="400000"/>
          </a:ln>
        </p:spPr>
      </p:pic>
      <p:pic>
        <p:nvPicPr>
          <p:cNvPr id="193" name="Image" descr="Image"/>
          <p:cNvPicPr>
            <a:picLocks noChangeAspect="1"/>
          </p:cNvPicPr>
          <p:nvPr/>
        </p:nvPicPr>
        <p:blipFill>
          <a:blip r:embed="rId5">
            <a:extLst/>
          </a:blip>
          <a:stretch>
            <a:fillRect/>
          </a:stretch>
        </p:blipFill>
        <p:spPr>
          <a:xfrm>
            <a:off x="3517900" y="4195925"/>
            <a:ext cx="2336800" cy="332741"/>
          </a:xfrm>
          <a:prstGeom prst="rect">
            <a:avLst/>
          </a:prstGeom>
          <a:ln w="12700">
            <a:miter lim="400000"/>
          </a:ln>
        </p:spPr>
      </p:pic>
      <p:pic>
        <p:nvPicPr>
          <p:cNvPr id="194" name="Image" descr="Image"/>
          <p:cNvPicPr>
            <a:picLocks noChangeAspect="1"/>
          </p:cNvPicPr>
          <p:nvPr/>
        </p:nvPicPr>
        <p:blipFill>
          <a:blip r:embed="rId6">
            <a:extLst/>
          </a:blip>
          <a:stretch>
            <a:fillRect/>
          </a:stretch>
        </p:blipFill>
        <p:spPr>
          <a:xfrm>
            <a:off x="613477" y="3460100"/>
            <a:ext cx="1677383" cy="74295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89"/>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9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192"/>
                                        </p:tgtEl>
                                        <p:attrNameLst>
                                          <p:attrName>style.visibility</p:attrName>
                                        </p:attrNameLst>
                                      </p:cBhvr>
                                      <p:to>
                                        <p:strVal val="visible"/>
                                      </p:to>
                                    </p:set>
                                  </p:childTnLst>
                                </p:cTn>
                              </p:par>
                            </p:childTnLst>
                          </p:cTn>
                        </p:par>
                        <p:par>
                          <p:cTn id="14" fill="hold">
                            <p:stCondLst>
                              <p:cond delay="0"/>
                            </p:stCondLst>
                            <p:childTnLst>
                              <p:par>
                                <p:cTn id="15" presetClass="entr" nodeType="afterEffect" presetSubtype="0" presetID="1" grpId="4" fill="hold">
                                  <p:stCondLst>
                                    <p:cond delay="0"/>
                                  </p:stCondLst>
                                  <p:iterate type="el" backwards="0">
                                    <p:tmAbs val="0"/>
                                  </p:iterate>
                                  <p:childTnLst>
                                    <p:set>
                                      <p:cBhvr>
                                        <p:cTn id="16" fill="hold"/>
                                        <p:tgtEl>
                                          <p:spTgt spid="19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5" fill="hold">
                                  <p:stCondLst>
                                    <p:cond delay="0"/>
                                  </p:stCondLst>
                                  <p:iterate type="el" backwards="0">
                                    <p:tmAbs val="0"/>
                                  </p:iterate>
                                  <p:childTnLst>
                                    <p:set>
                                      <p:cBhvr>
                                        <p:cTn id="20" fill="hold"/>
                                        <p:tgtEl>
                                          <p:spTgt spid="19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6" fill="hold">
                                  <p:stCondLst>
                                    <p:cond delay="0"/>
                                  </p:stCondLst>
                                  <p:iterate type="el" backwards="0">
                                    <p:tmAbs val="0"/>
                                  </p:iterate>
                                  <p:childTnLst>
                                    <p:set>
                                      <p:cBhvr>
                                        <p:cTn id="24" fill="hold"/>
                                        <p:tgtEl>
                                          <p:spTgt spid="1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3" grpId="6"/>
      <p:bldP build="whole" bldLvl="1" animBg="1" rev="0" advAuto="0" spid="194" grpId="4"/>
      <p:bldP build="whole" bldLvl="1" animBg="1" rev="0" advAuto="0" spid="191" grpId="2"/>
      <p:bldP build="whole" bldLvl="1" animBg="1" rev="0" advAuto="0" spid="189" grpId="1"/>
      <p:bldP build="whole" bldLvl="1" animBg="1" rev="0" advAuto="0" spid="192" grpId="3"/>
      <p:bldP build="whole" bldLvl="1" animBg="1" rev="0" advAuto="0" spid="190" grpId="5"/>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Titre 3"/>
          <p:cNvSpPr txBox="1"/>
          <p:nvPr>
            <p:ph type="title"/>
          </p:nvPr>
        </p:nvSpPr>
        <p:spPr>
          <a:prstGeom prst="rect">
            <a:avLst/>
          </a:prstGeom>
        </p:spPr>
        <p:txBody>
          <a:bodyPr/>
          <a:lstStyle>
            <a:lvl1pPr>
              <a:defRPr>
                <a:latin typeface="Verdana"/>
                <a:ea typeface="Verdana"/>
                <a:cs typeface="Verdana"/>
                <a:sym typeface="Verdana"/>
              </a:defRPr>
            </a:lvl1pPr>
          </a:lstStyle>
          <a:p>
            <a:pPr/>
            <a:r>
              <a:t>Entanglement</a:t>
            </a:r>
          </a:p>
        </p:txBody>
      </p:sp>
      <p:sp>
        <p:nvSpPr>
          <p:cNvPr id="197" name="Espace réservé du texte 4"/>
          <p:cNvSpPr txBox="1"/>
          <p:nvPr>
            <p:ph type="body" sz="quarter" idx="1"/>
          </p:nvPr>
        </p:nvSpPr>
        <p:spPr>
          <a:xfrm>
            <a:off x="533400" y="1202823"/>
            <a:ext cx="8305800" cy="701041"/>
          </a:xfrm>
          <a:prstGeom prst="rect">
            <a:avLst/>
          </a:prstGeom>
        </p:spPr>
        <p:txBody>
          <a:bodyPr/>
          <a:lstStyle>
            <a:lvl1pPr marL="0" indent="0">
              <a:spcBef>
                <a:spcPts val="0"/>
              </a:spcBef>
              <a:buSzTx/>
              <a:buFontTx/>
              <a:buNone/>
              <a:defRPr sz="2000">
                <a:latin typeface="Verdana"/>
                <a:ea typeface="Verdana"/>
                <a:cs typeface="Verdana"/>
                <a:sym typeface="Verdana"/>
              </a:defRPr>
            </a:lvl1pPr>
          </a:lstStyle>
          <a:p>
            <a:pPr/>
            <a:r>
              <a:t>Two qubits are entangled when the state of one cannot be described independently of the other.</a:t>
            </a:r>
          </a:p>
        </p:txBody>
      </p:sp>
      <p:pic>
        <p:nvPicPr>
          <p:cNvPr id="198" name="Image" descr="Image"/>
          <p:cNvPicPr>
            <a:picLocks noChangeAspect="1"/>
          </p:cNvPicPr>
          <p:nvPr/>
        </p:nvPicPr>
        <p:blipFill>
          <a:blip r:embed="rId2">
            <a:extLst/>
          </a:blip>
          <a:stretch>
            <a:fillRect/>
          </a:stretch>
        </p:blipFill>
        <p:spPr>
          <a:xfrm>
            <a:off x="3282950" y="2047104"/>
            <a:ext cx="2578100" cy="584201"/>
          </a:xfrm>
          <a:prstGeom prst="rect">
            <a:avLst/>
          </a:prstGeom>
          <a:ln w="12700">
            <a:miter lim="400000"/>
          </a:ln>
        </p:spPr>
      </p:pic>
      <p:sp>
        <p:nvSpPr>
          <p:cNvPr id="199" name="Measuring qubit 1 as     instantly determines qubit 2 as"/>
          <p:cNvSpPr txBox="1"/>
          <p:nvPr/>
        </p:nvSpPr>
        <p:spPr>
          <a:xfrm>
            <a:off x="533494" y="2864364"/>
            <a:ext cx="7554477"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000">
                <a:solidFill>
                  <a:schemeClr val="accent2"/>
                </a:solidFill>
              </a:defRPr>
            </a:lvl1pPr>
          </a:lstStyle>
          <a:p>
            <a:pPr/>
            <a:r>
              <a:t>Measuring qubit 1 as     instantly determines qubit 2 as    </a:t>
            </a:r>
          </a:p>
        </p:txBody>
      </p:sp>
      <p:pic>
        <p:nvPicPr>
          <p:cNvPr id="200" name="Image" descr="Image"/>
          <p:cNvPicPr>
            <a:picLocks noChangeAspect="1"/>
          </p:cNvPicPr>
          <p:nvPr/>
        </p:nvPicPr>
        <p:blipFill>
          <a:blip r:embed="rId3">
            <a:extLst/>
          </a:blip>
          <a:stretch>
            <a:fillRect/>
          </a:stretch>
        </p:blipFill>
        <p:spPr>
          <a:xfrm>
            <a:off x="3371620" y="2942063"/>
            <a:ext cx="254001" cy="266701"/>
          </a:xfrm>
          <a:prstGeom prst="rect">
            <a:avLst/>
          </a:prstGeom>
          <a:ln w="12700">
            <a:miter lim="400000"/>
          </a:ln>
        </p:spPr>
      </p:pic>
      <p:pic>
        <p:nvPicPr>
          <p:cNvPr id="201" name="Image" descr="Image"/>
          <p:cNvPicPr>
            <a:picLocks noChangeAspect="1"/>
          </p:cNvPicPr>
          <p:nvPr/>
        </p:nvPicPr>
        <p:blipFill>
          <a:blip r:embed="rId4">
            <a:extLst/>
          </a:blip>
          <a:stretch>
            <a:fillRect/>
          </a:stretch>
        </p:blipFill>
        <p:spPr>
          <a:xfrm>
            <a:off x="7778636" y="2942063"/>
            <a:ext cx="254001" cy="2667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199"/>
                                        </p:tgtEl>
                                        <p:attrNameLst>
                                          <p:attrName>style.visibility</p:attrName>
                                        </p:attrNameLst>
                                      </p:cBhvr>
                                      <p:to>
                                        <p:strVal val="visible"/>
                                      </p:to>
                                    </p:set>
                                  </p:childTnLst>
                                </p:cTn>
                              </p:par>
                            </p:childTnLst>
                          </p:cTn>
                        </p:par>
                        <p:par>
                          <p:cTn id="15" fill="hold">
                            <p:stCondLst>
                              <p:cond delay="0"/>
                            </p:stCondLst>
                            <p:childTnLst>
                              <p:par>
                                <p:cTn id="16" presetClass="entr" nodeType="afterEffect" presetSubtype="0" presetID="1" grpId="4" fill="hold">
                                  <p:stCondLst>
                                    <p:cond delay="0"/>
                                  </p:stCondLst>
                                  <p:iterate type="el" backwards="0">
                                    <p:tmAbs val="0"/>
                                  </p:iterate>
                                  <p:childTnLst>
                                    <p:set>
                                      <p:cBhvr>
                                        <p:cTn id="17" fill="hold"/>
                                        <p:tgtEl>
                                          <p:spTgt spid="200"/>
                                        </p:tgtEl>
                                        <p:attrNameLst>
                                          <p:attrName>style.visibility</p:attrName>
                                        </p:attrNameLst>
                                      </p:cBhvr>
                                      <p:to>
                                        <p:strVal val="visible"/>
                                      </p:to>
                                    </p:set>
                                  </p:childTnLst>
                                </p:cTn>
                              </p:par>
                            </p:childTnLst>
                          </p:cTn>
                        </p:par>
                        <p:par>
                          <p:cTn id="18" fill="hold">
                            <p:stCondLst>
                              <p:cond delay="0"/>
                            </p:stCondLst>
                            <p:childTnLst>
                              <p:par>
                                <p:cTn id="19" presetClass="entr" nodeType="afterEffect" presetSubtype="0" presetID="1" grpId="5" fill="hold">
                                  <p:stCondLst>
                                    <p:cond delay="0"/>
                                  </p:stCondLst>
                                  <p:iterate type="el" backwards="0">
                                    <p:tmAbs val="0"/>
                                  </p:iterate>
                                  <p:childTnLst>
                                    <p:set>
                                      <p:cBhvr>
                                        <p:cTn id="20" fill="hold"/>
                                        <p:tgtEl>
                                          <p:spTgt spid="2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0" grpId="4"/>
      <p:bldP build="whole" bldLvl="1" animBg="1" rev="0" advAuto="0" spid="201" grpId="5"/>
      <p:bldP build="whole" bldLvl="1" animBg="1" rev="0" advAuto="0" spid="198" grpId="2"/>
      <p:bldP build="whole" bldLvl="1" animBg="1" rev="0" advAuto="0" spid="197" grpId="1"/>
      <p:bldP build="whole" bldLvl="1" animBg="1" rev="0" advAuto="0" spid="199" grpId="3"/>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Titre 3"/>
          <p:cNvSpPr txBox="1"/>
          <p:nvPr>
            <p:ph type="title"/>
          </p:nvPr>
        </p:nvSpPr>
        <p:spPr>
          <a:prstGeom prst="rect">
            <a:avLst/>
          </a:prstGeom>
        </p:spPr>
        <p:txBody>
          <a:bodyPr/>
          <a:lstStyle/>
          <a:p>
            <a:pPr/>
            <a:r>
              <a:t>From Molecules to Qubits</a:t>
            </a:r>
          </a:p>
        </p:txBody>
      </p:sp>
      <p:sp>
        <p:nvSpPr>
          <p:cNvPr id="204" name="Espace réservé du texte 4"/>
          <p:cNvSpPr txBox="1"/>
          <p:nvPr>
            <p:ph type="body" sz="quarter" idx="1"/>
          </p:nvPr>
        </p:nvSpPr>
        <p:spPr>
          <a:xfrm>
            <a:off x="533400" y="1285875"/>
            <a:ext cx="8305800" cy="370841"/>
          </a:xfrm>
          <a:prstGeom prst="rect">
            <a:avLst/>
          </a:prstGeom>
        </p:spPr>
        <p:txBody>
          <a:bodyPr/>
          <a:lstStyle>
            <a:lvl1pPr marL="0" indent="0">
              <a:buSzTx/>
              <a:buFontTx/>
              <a:buNone/>
              <a:defRPr sz="2000">
                <a:latin typeface="Verdana"/>
                <a:ea typeface="Verdana"/>
                <a:cs typeface="Verdana"/>
                <a:sym typeface="Verdana"/>
              </a:defRPr>
            </a:lvl1pPr>
          </a:lstStyle>
          <a:p>
            <a:pPr/>
            <a:r>
              <a:t>Molecular Hamiltonian expressed in second quantization :</a:t>
            </a:r>
          </a:p>
        </p:txBody>
      </p:sp>
      <p:pic>
        <p:nvPicPr>
          <p:cNvPr id="205" name="Image" descr="Image"/>
          <p:cNvPicPr>
            <a:picLocks noChangeAspect="1"/>
          </p:cNvPicPr>
          <p:nvPr/>
        </p:nvPicPr>
        <p:blipFill>
          <a:blip r:embed="rId2">
            <a:extLst/>
          </a:blip>
          <a:stretch>
            <a:fillRect/>
          </a:stretch>
        </p:blipFill>
        <p:spPr>
          <a:xfrm>
            <a:off x="2540000" y="1903893"/>
            <a:ext cx="4064000" cy="370841"/>
          </a:xfrm>
          <a:prstGeom prst="rect">
            <a:avLst/>
          </a:prstGeom>
          <a:ln w="12700">
            <a:miter lim="400000"/>
          </a:ln>
        </p:spPr>
      </p:pic>
      <p:sp>
        <p:nvSpPr>
          <p:cNvPr id="206" name="Espace réservé du texte 4"/>
          <p:cNvSpPr txBox="1"/>
          <p:nvPr/>
        </p:nvSpPr>
        <p:spPr>
          <a:xfrm>
            <a:off x="533400" y="2719835"/>
            <a:ext cx="8305800" cy="7429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457200">
              <a:defRPr sz="2000">
                <a:solidFill>
                  <a:schemeClr val="accent2"/>
                </a:solidFill>
              </a:defRPr>
            </a:lvl1pPr>
          </a:lstStyle>
          <a:p>
            <a:pPr/>
            <a:r>
              <a:t>The Jordan-Wigner mapping translates each spin-orbital into one qubit :</a:t>
            </a:r>
          </a:p>
        </p:txBody>
      </p:sp>
      <p:pic>
        <p:nvPicPr>
          <p:cNvPr id="207" name="Image" descr="Image"/>
          <p:cNvPicPr>
            <a:picLocks noChangeAspect="1"/>
          </p:cNvPicPr>
          <p:nvPr/>
        </p:nvPicPr>
        <p:blipFill>
          <a:blip r:embed="rId3">
            <a:extLst/>
          </a:blip>
          <a:stretch>
            <a:fillRect/>
          </a:stretch>
        </p:blipFill>
        <p:spPr>
          <a:xfrm>
            <a:off x="3122086" y="3528632"/>
            <a:ext cx="812801" cy="269241"/>
          </a:xfrm>
          <a:prstGeom prst="rect">
            <a:avLst/>
          </a:prstGeom>
          <a:ln w="12700">
            <a:miter lim="400000"/>
          </a:ln>
        </p:spPr>
      </p:pic>
      <p:pic>
        <p:nvPicPr>
          <p:cNvPr id="208" name="Image" descr="Image"/>
          <p:cNvPicPr>
            <a:picLocks noChangeAspect="1"/>
          </p:cNvPicPr>
          <p:nvPr/>
        </p:nvPicPr>
        <p:blipFill>
          <a:blip r:embed="rId4">
            <a:extLst/>
          </a:blip>
          <a:stretch>
            <a:fillRect/>
          </a:stretch>
        </p:blipFill>
        <p:spPr>
          <a:xfrm>
            <a:off x="3122086" y="3980256"/>
            <a:ext cx="812801" cy="269241"/>
          </a:xfrm>
          <a:prstGeom prst="rect">
            <a:avLst/>
          </a:prstGeom>
          <a:ln w="12700">
            <a:miter lim="400000"/>
          </a:ln>
        </p:spPr>
      </p:pic>
      <p:sp>
        <p:nvSpPr>
          <p:cNvPr id="209" name="unoccupied orbital"/>
          <p:cNvSpPr txBox="1"/>
          <p:nvPr/>
        </p:nvSpPr>
        <p:spPr>
          <a:xfrm>
            <a:off x="4039748" y="3477832"/>
            <a:ext cx="2210766"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chemeClr val="accent2"/>
                </a:solidFill>
              </a:defRPr>
            </a:lvl1pPr>
          </a:lstStyle>
          <a:p>
            <a:pPr/>
            <a:r>
              <a:t>unoccupied orbital</a:t>
            </a:r>
          </a:p>
        </p:txBody>
      </p:sp>
      <p:sp>
        <p:nvSpPr>
          <p:cNvPr id="210" name="occupied orbital"/>
          <p:cNvSpPr txBox="1"/>
          <p:nvPr/>
        </p:nvSpPr>
        <p:spPr>
          <a:xfrm>
            <a:off x="4039748" y="3929456"/>
            <a:ext cx="1921444"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chemeClr val="accent2"/>
                </a:solidFill>
              </a:defRPr>
            </a:lvl1pPr>
          </a:lstStyle>
          <a:p>
            <a:pPr/>
            <a:r>
              <a:t>occupied orbital</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04"/>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20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206"/>
                                        </p:tgtEl>
                                        <p:attrNameLst>
                                          <p:attrName>style.visibility</p:attrName>
                                        </p:attrNameLst>
                                      </p:cBhvr>
                                      <p:to>
                                        <p:strVal val="visible"/>
                                      </p:to>
                                    </p:set>
                                  </p:childTnLst>
                                </p:cTn>
                              </p:par>
                            </p:childTnLst>
                          </p:cTn>
                        </p:par>
                        <p:par>
                          <p:cTn id="14" fill="hold">
                            <p:stCondLst>
                              <p:cond delay="0"/>
                            </p:stCondLst>
                            <p:childTnLst>
                              <p:par>
                                <p:cTn id="15" presetClass="entr" nodeType="afterEffect" presetSubtype="0" presetID="1" grpId="4" fill="hold">
                                  <p:stCondLst>
                                    <p:cond delay="0"/>
                                  </p:stCondLst>
                                  <p:iterate type="el" backwards="0">
                                    <p:tmAbs val="0"/>
                                  </p:iterate>
                                  <p:childTnLst>
                                    <p:set>
                                      <p:cBhvr>
                                        <p:cTn id="16" fill="hold"/>
                                        <p:tgtEl>
                                          <p:spTgt spid="207"/>
                                        </p:tgtEl>
                                        <p:attrNameLst>
                                          <p:attrName>style.visibility</p:attrName>
                                        </p:attrNameLst>
                                      </p:cBhvr>
                                      <p:to>
                                        <p:strVal val="visible"/>
                                      </p:to>
                                    </p:set>
                                  </p:childTnLst>
                                </p:cTn>
                              </p:par>
                            </p:childTnLst>
                          </p:cTn>
                        </p:par>
                        <p:par>
                          <p:cTn id="17" fill="hold">
                            <p:stCondLst>
                              <p:cond delay="0"/>
                            </p:stCondLst>
                            <p:childTnLst>
                              <p:par>
                                <p:cTn id="18" presetClass="entr" nodeType="afterEffect" presetSubtype="0" presetID="1" grpId="5" fill="hold">
                                  <p:stCondLst>
                                    <p:cond delay="0"/>
                                  </p:stCondLst>
                                  <p:iterate type="el" backwards="0">
                                    <p:tmAbs val="0"/>
                                  </p:iterate>
                                  <p:childTnLst>
                                    <p:set>
                                      <p:cBhvr>
                                        <p:cTn id="19" fill="hold"/>
                                        <p:tgtEl>
                                          <p:spTgt spid="208"/>
                                        </p:tgtEl>
                                        <p:attrNameLst>
                                          <p:attrName>style.visibility</p:attrName>
                                        </p:attrNameLst>
                                      </p:cBhvr>
                                      <p:to>
                                        <p:strVal val="visible"/>
                                      </p:to>
                                    </p:set>
                                  </p:childTnLst>
                                </p:cTn>
                              </p:par>
                            </p:childTnLst>
                          </p:cTn>
                        </p:par>
                        <p:par>
                          <p:cTn id="20" fill="hold">
                            <p:stCondLst>
                              <p:cond delay="0"/>
                            </p:stCondLst>
                            <p:childTnLst>
                              <p:par>
                                <p:cTn id="21" presetClass="entr" nodeType="afterEffect" presetSubtype="0" presetID="1" grpId="6" fill="hold">
                                  <p:stCondLst>
                                    <p:cond delay="0"/>
                                  </p:stCondLst>
                                  <p:iterate type="el" backwards="0">
                                    <p:tmAbs val="0"/>
                                  </p:iterate>
                                  <p:childTnLst>
                                    <p:set>
                                      <p:cBhvr>
                                        <p:cTn id="22" fill="hold"/>
                                        <p:tgtEl>
                                          <p:spTgt spid="209"/>
                                        </p:tgtEl>
                                        <p:attrNameLst>
                                          <p:attrName>style.visibility</p:attrName>
                                        </p:attrNameLst>
                                      </p:cBhvr>
                                      <p:to>
                                        <p:strVal val="visible"/>
                                      </p:to>
                                    </p:set>
                                  </p:childTnLst>
                                </p:cTn>
                              </p:par>
                            </p:childTnLst>
                          </p:cTn>
                        </p:par>
                        <p:par>
                          <p:cTn id="23" fill="hold">
                            <p:stCondLst>
                              <p:cond delay="0"/>
                            </p:stCondLst>
                            <p:childTnLst>
                              <p:par>
                                <p:cTn id="24" presetClass="entr" nodeType="afterEffect" presetSubtype="0" presetID="1" grpId="7" fill="hold">
                                  <p:stCondLst>
                                    <p:cond delay="0"/>
                                  </p:stCondLst>
                                  <p:iterate type="el" backwards="0">
                                    <p:tmAbs val="0"/>
                                  </p:iterate>
                                  <p:childTnLst>
                                    <p:set>
                                      <p:cBhvr>
                                        <p:cTn id="25" fill="hold"/>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5" grpId="2"/>
      <p:bldP build="whole" bldLvl="1" animBg="1" rev="0" advAuto="0" spid="204" grpId="1"/>
      <p:bldP build="whole" bldLvl="1" animBg="1" rev="0" advAuto="0" spid="206" grpId="3"/>
      <p:bldP build="whole" bldLvl="1" animBg="1" rev="0" advAuto="0" spid="207" grpId="4"/>
      <p:bldP build="whole" bldLvl="1" animBg="1" rev="0" advAuto="0" spid="210" grpId="7"/>
      <p:bldP build="whole" bldLvl="1" animBg="1" rev="0" advAuto="0" spid="208" grpId="5"/>
      <p:bldP build="whole" bldLvl="1" animBg="1" rev="0" advAuto="0" spid="209" grpId="6"/>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Titre 3"/>
          <p:cNvSpPr txBox="1"/>
          <p:nvPr>
            <p:ph type="title"/>
          </p:nvPr>
        </p:nvSpPr>
        <p:spPr>
          <a:prstGeom prst="rect">
            <a:avLst/>
          </a:prstGeom>
        </p:spPr>
        <p:txBody>
          <a:bodyPr/>
          <a:lstStyle/>
          <a:p>
            <a:pPr/>
            <a:r>
              <a:t>From Molecules to Qubits</a:t>
            </a:r>
          </a:p>
        </p:txBody>
      </p:sp>
      <p:sp>
        <p:nvSpPr>
          <p:cNvPr id="213" name="Espace réservé du texte 4"/>
          <p:cNvSpPr txBox="1"/>
          <p:nvPr>
            <p:ph type="body" sz="quarter" idx="1"/>
          </p:nvPr>
        </p:nvSpPr>
        <p:spPr>
          <a:xfrm>
            <a:off x="533400" y="1285875"/>
            <a:ext cx="8305800" cy="627534"/>
          </a:xfrm>
          <a:prstGeom prst="rect">
            <a:avLst/>
          </a:prstGeom>
        </p:spPr>
        <p:txBody>
          <a:bodyPr/>
          <a:lstStyle>
            <a:lvl1pPr marL="0" indent="0">
              <a:buSzTx/>
              <a:buFontTx/>
              <a:buNone/>
              <a:defRPr sz="2000">
                <a:latin typeface="Verdana"/>
                <a:ea typeface="Verdana"/>
                <a:cs typeface="Verdana"/>
                <a:sym typeface="Verdana"/>
              </a:defRPr>
            </a:lvl1pPr>
          </a:lstStyle>
          <a:p>
            <a:pPr/>
            <a:r>
              <a:t>The fermionic operators become tensor products of Pauli operators : </a:t>
            </a:r>
          </a:p>
        </p:txBody>
      </p:sp>
      <p:pic>
        <p:nvPicPr>
          <p:cNvPr id="214" name="Image" descr="Image"/>
          <p:cNvPicPr>
            <a:picLocks noChangeAspect="1"/>
          </p:cNvPicPr>
          <p:nvPr/>
        </p:nvPicPr>
        <p:blipFill>
          <a:blip r:embed="rId2">
            <a:extLst/>
          </a:blip>
          <a:stretch>
            <a:fillRect/>
          </a:stretch>
        </p:blipFill>
        <p:spPr>
          <a:xfrm>
            <a:off x="2609850" y="2139700"/>
            <a:ext cx="3924300" cy="548641"/>
          </a:xfrm>
          <a:prstGeom prst="rect">
            <a:avLst/>
          </a:prstGeom>
          <a:ln w="12700">
            <a:miter lim="400000"/>
          </a:ln>
        </p:spPr>
      </p:pic>
      <p:pic>
        <p:nvPicPr>
          <p:cNvPr id="215" name="Image" descr="Image"/>
          <p:cNvPicPr>
            <a:picLocks noChangeAspect="1"/>
          </p:cNvPicPr>
          <p:nvPr/>
        </p:nvPicPr>
        <p:blipFill>
          <a:blip r:embed="rId3">
            <a:extLst/>
          </a:blip>
          <a:stretch>
            <a:fillRect/>
          </a:stretch>
        </p:blipFill>
        <p:spPr>
          <a:xfrm>
            <a:off x="2754217" y="3061332"/>
            <a:ext cx="3635566" cy="1628522"/>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13"/>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21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5" grpId="3"/>
      <p:bldP build="whole" bldLvl="1" animBg="1" rev="0" advAuto="0" spid="213" grpId="1"/>
      <p:bldP build="whole" bldLvl="1" animBg="1" rev="0" advAuto="0" spid="214" grpId="2"/>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Titre 3"/>
          <p:cNvSpPr txBox="1"/>
          <p:nvPr>
            <p:ph type="title"/>
          </p:nvPr>
        </p:nvSpPr>
        <p:spPr>
          <a:prstGeom prst="rect">
            <a:avLst/>
          </a:prstGeom>
        </p:spPr>
        <p:txBody>
          <a:bodyPr/>
          <a:lstStyle/>
          <a:p>
            <a:pPr/>
            <a:r>
              <a:rPr>
                <a:solidFill>
                  <a:schemeClr val="accent2"/>
                </a:solidFill>
              </a:rPr>
              <a:t>V</a:t>
            </a:r>
            <a:r>
              <a:t>ariational </a:t>
            </a:r>
            <a:r>
              <a:rPr>
                <a:solidFill>
                  <a:schemeClr val="accent2"/>
                </a:solidFill>
              </a:rPr>
              <a:t>Q</a:t>
            </a:r>
            <a:r>
              <a:t>uantum </a:t>
            </a:r>
            <a:r>
              <a:rPr>
                <a:solidFill>
                  <a:schemeClr val="accent2"/>
                </a:solidFill>
              </a:rPr>
              <a:t>E</a:t>
            </a:r>
            <a:r>
              <a:t>igensolver </a:t>
            </a:r>
          </a:p>
        </p:txBody>
      </p:sp>
      <p:sp>
        <p:nvSpPr>
          <p:cNvPr id="218" name="Espace réservé du texte 4"/>
          <p:cNvSpPr txBox="1"/>
          <p:nvPr>
            <p:ph type="body" sz="quarter" idx="1"/>
          </p:nvPr>
        </p:nvSpPr>
        <p:spPr>
          <a:xfrm>
            <a:off x="533400" y="1285875"/>
            <a:ext cx="8305800" cy="627534"/>
          </a:xfrm>
          <a:prstGeom prst="rect">
            <a:avLst/>
          </a:prstGeom>
        </p:spPr>
        <p:txBody>
          <a:bodyPr/>
          <a:lstStyle>
            <a:lvl1pPr marL="0" indent="0">
              <a:spcBef>
                <a:spcPts val="0"/>
              </a:spcBef>
              <a:buSzTx/>
              <a:buFontTx/>
              <a:buNone/>
              <a:defRPr sz="2000">
                <a:latin typeface="Verdana"/>
                <a:ea typeface="Verdana"/>
                <a:cs typeface="Verdana"/>
                <a:sym typeface="Verdana"/>
              </a:defRPr>
            </a:lvl1pPr>
          </a:lstStyle>
          <a:p>
            <a:pPr/>
            <a:r>
              <a:t>VQE is a hybrid quantum-classical algorithm that exploits the variational principle :</a:t>
            </a:r>
          </a:p>
        </p:txBody>
      </p:sp>
      <p:pic>
        <p:nvPicPr>
          <p:cNvPr id="219" name="Image" descr="Image"/>
          <p:cNvPicPr>
            <a:picLocks noChangeAspect="1"/>
          </p:cNvPicPr>
          <p:nvPr/>
        </p:nvPicPr>
        <p:blipFill>
          <a:blip r:embed="rId3">
            <a:extLst/>
          </a:blip>
          <a:stretch>
            <a:fillRect/>
          </a:stretch>
        </p:blipFill>
        <p:spPr>
          <a:xfrm>
            <a:off x="3409950" y="2234275"/>
            <a:ext cx="2324100" cy="266701"/>
          </a:xfrm>
          <a:prstGeom prst="rect">
            <a:avLst/>
          </a:prstGeom>
          <a:ln w="12700">
            <a:miter lim="400000"/>
          </a:ln>
        </p:spPr>
      </p:pic>
      <p:pic>
        <p:nvPicPr>
          <p:cNvPr id="220" name="Image" descr="Image"/>
          <p:cNvPicPr>
            <a:picLocks noChangeAspect="1"/>
          </p:cNvPicPr>
          <p:nvPr/>
        </p:nvPicPr>
        <p:blipFill>
          <a:blip r:embed="rId4">
            <a:extLst/>
          </a:blip>
          <a:stretch>
            <a:fillRect/>
          </a:stretch>
        </p:blipFill>
        <p:spPr>
          <a:xfrm>
            <a:off x="2357795" y="2641896"/>
            <a:ext cx="4428410" cy="215193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18"/>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21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2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8" grpId="1"/>
      <p:bldP build="whole" bldLvl="1" animBg="1" rev="0" advAuto="0" spid="220" grpId="3"/>
      <p:bldP build="whole" bldLvl="1" animBg="1" rev="0" advAuto="0" spid="219" grpId="2"/>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Qiskit"/>
          <p:cNvSpPr txBox="1"/>
          <p:nvPr>
            <p:ph type="title"/>
          </p:nvPr>
        </p:nvSpPr>
        <p:spPr>
          <a:prstGeom prst="rect">
            <a:avLst/>
          </a:prstGeom>
        </p:spPr>
        <p:txBody>
          <a:bodyPr/>
          <a:lstStyle/>
          <a:p>
            <a:pPr/>
            <a:r>
              <a:t>Qiskit</a:t>
            </a:r>
          </a:p>
        </p:txBody>
      </p:sp>
      <p:sp>
        <p:nvSpPr>
          <p:cNvPr id="225" name="Open-source Python-based Library from IBM"/>
          <p:cNvSpPr txBox="1"/>
          <p:nvPr>
            <p:ph type="body" sz="quarter" idx="1"/>
          </p:nvPr>
        </p:nvSpPr>
        <p:spPr>
          <a:xfrm>
            <a:off x="533400" y="1285875"/>
            <a:ext cx="6942812" cy="627534"/>
          </a:xfrm>
          <a:prstGeom prst="rect">
            <a:avLst/>
          </a:prstGeom>
        </p:spPr>
        <p:txBody>
          <a:bodyPr/>
          <a:lstStyle>
            <a:lvl1pPr marL="319674" indent="-315468" defTabSz="420623">
              <a:defRPr sz="2576"/>
            </a:lvl1pPr>
          </a:lstStyle>
          <a:p>
            <a:pPr/>
            <a:r>
              <a:t>Open-source Python-based Library from IBM </a:t>
            </a:r>
          </a:p>
        </p:txBody>
      </p:sp>
      <p:pic>
        <p:nvPicPr>
          <p:cNvPr id="226" name="Image" descr="Image"/>
          <p:cNvPicPr>
            <a:picLocks noChangeAspect="1"/>
          </p:cNvPicPr>
          <p:nvPr/>
        </p:nvPicPr>
        <p:blipFill>
          <a:blip r:embed="rId2">
            <a:extLst/>
          </a:blip>
          <a:stretch>
            <a:fillRect/>
          </a:stretch>
        </p:blipFill>
        <p:spPr>
          <a:xfrm>
            <a:off x="2332646" y="2058670"/>
            <a:ext cx="4478708" cy="2519273"/>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Titre 1"/>
          <p:cNvSpPr txBox="1"/>
          <p:nvPr>
            <p:ph type="title"/>
          </p:nvPr>
        </p:nvSpPr>
        <p:spPr>
          <a:xfrm>
            <a:off x="533400" y="971550"/>
            <a:ext cx="5029200" cy="627534"/>
          </a:xfrm>
          <a:prstGeom prst="rect">
            <a:avLst/>
          </a:prstGeom>
        </p:spPr>
        <p:txBody>
          <a:bodyPr/>
          <a:lstStyle/>
          <a:p>
            <a:pPr/>
            <a:r>
              <a:t>Thank you!</a:t>
            </a:r>
          </a:p>
        </p:txBody>
      </p:sp>
      <p:sp>
        <p:nvSpPr>
          <p:cNvPr id="229" name="- Qiskit Tutorial">
            <a:hlinkClick r:id="rId2" invalidUrl="" action="" tgtFrame="" tooltip="" history="1" highlightClick="0" endSnd="0"/>
          </p:cNvPr>
          <p:cNvSpPr txBox="1"/>
          <p:nvPr/>
        </p:nvSpPr>
        <p:spPr>
          <a:xfrm>
            <a:off x="3636560" y="2219711"/>
            <a:ext cx="1870880"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 Qiskit Tutorial</a:t>
            </a:r>
          </a:p>
        </p:txBody>
      </p:sp>
      <p:sp>
        <p:nvSpPr>
          <p:cNvPr id="230" name="- Circuit Composer">
            <a:hlinkClick r:id="rId3" invalidUrl="" action="" tgtFrame="" tooltip="" history="1" highlightClick="0" endSnd="0"/>
          </p:cNvPr>
          <p:cNvSpPr txBox="1"/>
          <p:nvPr/>
        </p:nvSpPr>
        <p:spPr>
          <a:xfrm>
            <a:off x="3442060" y="2771309"/>
            <a:ext cx="2259880"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 Circuit Composer</a:t>
            </a:r>
          </a:p>
        </p:txBody>
      </p:sp>
      <p:sp>
        <p:nvSpPr>
          <p:cNvPr id="231" name="- Bloch Sphere Simulator">
            <a:hlinkClick r:id="rId4" invalidUrl="" action="" tgtFrame="" tooltip="" history="1" highlightClick="0" endSnd="0"/>
          </p:cNvPr>
          <p:cNvSpPr txBox="1"/>
          <p:nvPr/>
        </p:nvSpPr>
        <p:spPr>
          <a:xfrm>
            <a:off x="3033471" y="3322906"/>
            <a:ext cx="3077058"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 Bloch Sphere Simulator </a:t>
            </a:r>
          </a:p>
        </p:txBody>
      </p:sp>
      <p:sp>
        <p:nvSpPr>
          <p:cNvPr id="232" name="Links :"/>
          <p:cNvSpPr txBox="1"/>
          <p:nvPr/>
        </p:nvSpPr>
        <p:spPr>
          <a:xfrm>
            <a:off x="4133330" y="1723977"/>
            <a:ext cx="877340"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Links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A7A7A7"/>
      </a:dk2>
      <a:lt2>
        <a:srgbClr val="535353"/>
      </a:lt2>
      <a:accent1>
        <a:srgbClr val="32A45B"/>
      </a:accent1>
      <a:accent2>
        <a:srgbClr val="00A9BB"/>
      </a:accent2>
      <a:accent3>
        <a:srgbClr val="4D4D4D"/>
      </a:accent3>
      <a:accent4>
        <a:srgbClr val="A6A8AB"/>
      </a:accent4>
      <a:accent5>
        <a:srgbClr val="6D6E70"/>
      </a:accent5>
      <a:accent6>
        <a:srgbClr val="4D4D4F"/>
      </a:accent6>
      <a:hlink>
        <a:srgbClr val="0000FF"/>
      </a:hlink>
      <a:folHlink>
        <a:srgbClr val="FF00FF"/>
      </a:folHlink>
    </a:clrScheme>
    <a:fontScheme name="Thème Office">
      <a:majorFont>
        <a:latin typeface="Arial"/>
        <a:ea typeface="Arial"/>
        <a:cs typeface="Arial"/>
      </a:majorFont>
      <a:minorFont>
        <a:latin typeface="Helvetica"/>
        <a:ea typeface="Helvetica"/>
        <a:cs typeface="Helvetica"/>
      </a:minorFont>
    </a:fontScheme>
    <a:fmtScheme name="Thèm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A7A7A7"/>
      </a:dk2>
      <a:lt2>
        <a:srgbClr val="535353"/>
      </a:lt2>
      <a:accent1>
        <a:srgbClr val="32A45B"/>
      </a:accent1>
      <a:accent2>
        <a:srgbClr val="00A9BB"/>
      </a:accent2>
      <a:accent3>
        <a:srgbClr val="4D4D4D"/>
      </a:accent3>
      <a:accent4>
        <a:srgbClr val="A6A8AB"/>
      </a:accent4>
      <a:accent5>
        <a:srgbClr val="6D6E70"/>
      </a:accent5>
      <a:accent6>
        <a:srgbClr val="4D4D4F"/>
      </a:accent6>
      <a:hlink>
        <a:srgbClr val="0000FF"/>
      </a:hlink>
      <a:folHlink>
        <a:srgbClr val="FF00FF"/>
      </a:folHlink>
    </a:clrScheme>
    <a:fontScheme name="Thème Office">
      <a:majorFont>
        <a:latin typeface="Arial"/>
        <a:ea typeface="Arial"/>
        <a:cs typeface="Arial"/>
      </a:majorFont>
      <a:minorFont>
        <a:latin typeface="Helvetica"/>
        <a:ea typeface="Helvetica"/>
        <a:cs typeface="Helvetica"/>
      </a:minorFont>
    </a:fontScheme>
    <a:fmtScheme name="Thèm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Verdana"/>
            <a:ea typeface="Verdana"/>
            <a:cs typeface="Verdana"/>
            <a:sym typeface="Verdan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